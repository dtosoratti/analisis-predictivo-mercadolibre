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Advent Pro SemiBold"/>
      <p:regular r:id="rId16"/>
      <p:bold r:id="rId17"/>
      <p:italic r:id="rId18"/>
      <p:boldItalic r:id="rId19"/>
    </p:embeddedFont>
    <p:embeddedFont>
      <p:font typeface="Fira Sans Extra Condensed Medium"/>
      <p:regular r:id="rId20"/>
      <p:bold r:id="rId21"/>
      <p:italic r:id="rId22"/>
      <p:boldItalic r:id="rId23"/>
    </p:embeddedFont>
    <p:embeddedFont>
      <p:font typeface="Fira Sans Condensed Medium"/>
      <p:regular r:id="rId24"/>
      <p:bold r:id="rId25"/>
      <p:italic r:id="rId26"/>
      <p:boldItalic r:id="rId27"/>
    </p:embeddedFont>
    <p:embeddedFont>
      <p:font typeface="Maven Pro"/>
      <p:regular r:id="rId28"/>
      <p:bold r:id="rId29"/>
    </p:embeddedFont>
    <p:embeddedFont>
      <p:font typeface="Share Tech"/>
      <p:regular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938F15C-B398-4795-BFBF-0185C40DED0E}">
  <a:tblStyle styleId="{2938F15C-B398-4795-BFBF-0185C40DED0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SansExtraCondensedMedium-regular.fntdata"/><Relationship Id="rId22" Type="http://schemas.openxmlformats.org/officeDocument/2006/relationships/font" Target="fonts/FiraSansExtraCondensedMedium-italic.fntdata"/><Relationship Id="rId21" Type="http://schemas.openxmlformats.org/officeDocument/2006/relationships/font" Target="fonts/FiraSansExtraCondensedMedium-bold.fntdata"/><Relationship Id="rId24" Type="http://schemas.openxmlformats.org/officeDocument/2006/relationships/font" Target="fonts/FiraSansCondensedMedium-regular.fntdata"/><Relationship Id="rId23" Type="http://schemas.openxmlformats.org/officeDocument/2006/relationships/font" Target="fonts/FiraSansExtraCondensedMedium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raSansCondensedMedium-italic.fntdata"/><Relationship Id="rId25" Type="http://schemas.openxmlformats.org/officeDocument/2006/relationships/font" Target="fonts/FiraSansCondensedMedium-bold.fntdata"/><Relationship Id="rId28" Type="http://schemas.openxmlformats.org/officeDocument/2006/relationships/font" Target="fonts/MavenPro-regular.fntdata"/><Relationship Id="rId27" Type="http://schemas.openxmlformats.org/officeDocument/2006/relationships/font" Target="fonts/FiraSansCondensed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avenPr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ShareTech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dventProSemiBold-bold.fntdata"/><Relationship Id="rId16" Type="http://schemas.openxmlformats.org/officeDocument/2006/relationships/font" Target="fonts/AdventProSemiBold-regular.fntdata"/><Relationship Id="rId19" Type="http://schemas.openxmlformats.org/officeDocument/2006/relationships/font" Target="fonts/AdventProSemiBold-boldItalic.fntdata"/><Relationship Id="rId18" Type="http://schemas.openxmlformats.org/officeDocument/2006/relationships/font" Target="fonts/AdventPro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6c52a2e8d8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6c52a2e8d8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6c60e245bf_1_318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6c60e245bf_1_31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a2447b4cf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a2447b4cf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a2447b4cf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a2447b4cf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a2447b4cf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a2447b4cf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a2447b4cf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a2447b4cf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a2447b4cfb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a2447b4cf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a2447b4cf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a2447b4cf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a2447b4cf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a2447b4cf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a2447b4cfb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a2447b4cfb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561650" y="751888"/>
            <a:ext cx="60207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924250" y="2804488"/>
            <a:ext cx="3295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1060456" y="1158638"/>
            <a:ext cx="121198" cy="121434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799740" y="916059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5257933" y="2452405"/>
            <a:ext cx="57599" cy="57599"/>
          </a:xfrm>
          <a:custGeom>
            <a:rect b="b" l="l" r="r" t="t"/>
            <a:pathLst>
              <a:path extrusionOk="0" fill="none" h="2198" w="2198">
                <a:moveTo>
                  <a:pt x="1" y="1"/>
                </a:moveTo>
                <a:lnTo>
                  <a:pt x="2198" y="1"/>
                </a:lnTo>
                <a:lnTo>
                  <a:pt x="2198" y="2198"/>
                </a:lnTo>
                <a:lnTo>
                  <a:pt x="1" y="2198"/>
                </a:lnTo>
                <a:close/>
              </a:path>
            </a:pathLst>
          </a:custGeom>
          <a:noFill/>
          <a:ln cap="flat" cmpd="sng" w="1375">
            <a:solidFill>
              <a:schemeClr val="accent1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710023" y="4821495"/>
            <a:ext cx="98059" cy="98295"/>
          </a:xfrm>
          <a:custGeom>
            <a:rect b="b" l="l" r="r" t="t"/>
            <a:pathLst>
              <a:path extrusionOk="0" fill="none" h="3751" w="3742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cap="flat" cmpd="sng" w="2975">
            <a:solidFill>
              <a:schemeClr val="accent1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5669" y="1557059"/>
            <a:ext cx="57834" cy="57599"/>
          </a:xfrm>
          <a:custGeom>
            <a:rect b="b" l="l" r="r" t="t"/>
            <a:pathLst>
              <a:path extrusionOk="0" fill="none" h="2198" w="2207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cap="flat" cmpd="sng" w="2975">
            <a:solidFill>
              <a:schemeClr val="accent2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8263673" y="2953681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" name="Google Shape;17;p2"/>
          <p:cNvGrpSpPr/>
          <p:nvPr/>
        </p:nvGrpSpPr>
        <p:grpSpPr>
          <a:xfrm>
            <a:off x="8263682" y="-434366"/>
            <a:ext cx="188886" cy="1181531"/>
            <a:chOff x="2877432" y="975334"/>
            <a:chExt cx="188886" cy="1181531"/>
          </a:xfrm>
        </p:grpSpPr>
        <p:sp>
          <p:nvSpPr>
            <p:cNvPr id="18" name="Google Shape;18;p2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5750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41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25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2"/>
          <p:cNvSpPr/>
          <p:nvPr/>
        </p:nvSpPr>
        <p:spPr>
          <a:xfrm>
            <a:off x="8485996" y="1614632"/>
            <a:ext cx="80502" cy="80476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" name="Google Shape;22;p2"/>
          <p:cNvGrpSpPr/>
          <p:nvPr/>
        </p:nvGrpSpPr>
        <p:grpSpPr>
          <a:xfrm>
            <a:off x="3090746" y="-533657"/>
            <a:ext cx="98059" cy="1147596"/>
            <a:chOff x="3347921" y="16006"/>
            <a:chExt cx="98059" cy="1147596"/>
          </a:xfrm>
        </p:grpSpPr>
        <p:sp>
          <p:nvSpPr>
            <p:cNvPr id="23" name="Google Shape;23;p2"/>
            <p:cNvSpPr/>
            <p:nvPr/>
          </p:nvSpPr>
          <p:spPr>
            <a:xfrm>
              <a:off x="3347921" y="1065280"/>
              <a:ext cx="98059" cy="98321"/>
            </a:xfrm>
            <a:custGeom>
              <a:rect b="b" l="l" r="r" t="t"/>
              <a:pathLst>
                <a:path extrusionOk="0" fill="none" h="3752" w="3742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cap="flat" cmpd="sng" w="2975">
              <a:solidFill>
                <a:schemeClr val="accent1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392705" y="16006"/>
              <a:ext cx="8464" cy="894665"/>
            </a:xfrm>
            <a:custGeom>
              <a:rect b="b" l="l" r="r" t="t"/>
              <a:pathLst>
                <a:path extrusionOk="0" h="34141" w="323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" name="Google Shape;25;p2"/>
          <p:cNvGrpSpPr/>
          <p:nvPr/>
        </p:nvGrpSpPr>
        <p:grpSpPr>
          <a:xfrm>
            <a:off x="4892771" y="-340112"/>
            <a:ext cx="121172" cy="760495"/>
            <a:chOff x="5245196" y="3136513"/>
            <a:chExt cx="121172" cy="760495"/>
          </a:xfrm>
        </p:grpSpPr>
        <p:sp>
          <p:nvSpPr>
            <p:cNvPr id="26" name="Google Shape;26;p2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" name="Google Shape;28;p2"/>
          <p:cNvGrpSpPr/>
          <p:nvPr/>
        </p:nvGrpSpPr>
        <p:grpSpPr>
          <a:xfrm>
            <a:off x="250617" y="2402301"/>
            <a:ext cx="188650" cy="2468354"/>
            <a:chOff x="250617" y="2402301"/>
            <a:chExt cx="188650" cy="2468354"/>
          </a:xfrm>
        </p:grpSpPr>
        <p:sp>
          <p:nvSpPr>
            <p:cNvPr id="29" name="Google Shape;29;p2"/>
            <p:cNvSpPr/>
            <p:nvPr/>
          </p:nvSpPr>
          <p:spPr>
            <a:xfrm>
              <a:off x="250617" y="4681770"/>
              <a:ext cx="188650" cy="188886"/>
            </a:xfrm>
            <a:custGeom>
              <a:rect b="b" l="l" r="r" t="t"/>
              <a:pathLst>
                <a:path extrusionOk="0" fill="none" h="7208" w="7199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cap="flat" cmpd="sng" w="5750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78316" y="4166291"/>
              <a:ext cx="133226" cy="133226"/>
            </a:xfrm>
            <a:custGeom>
              <a:rect b="b" l="l" r="r" t="t"/>
              <a:pathLst>
                <a:path extrusionOk="0" fill="none" h="5084" w="5084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04573" y="3689098"/>
              <a:ext cx="80476" cy="80476"/>
            </a:xfrm>
            <a:custGeom>
              <a:rect b="b" l="l" r="r" t="t"/>
              <a:pathLst>
                <a:path extrusionOk="0" fill="none" h="3071" w="3071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cap="flat" cmpd="sng" w="25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40710" y="2402301"/>
              <a:ext cx="8464" cy="1011487"/>
            </a:xfrm>
            <a:custGeom>
              <a:rect b="b" l="l" r="r" t="t"/>
              <a:pathLst>
                <a:path extrusionOk="0" h="38599" w="323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" name="Google Shape;33;p2"/>
          <p:cNvSpPr/>
          <p:nvPr/>
        </p:nvSpPr>
        <p:spPr>
          <a:xfrm>
            <a:off x="8935726" y="10"/>
            <a:ext cx="8464" cy="2519637"/>
          </a:xfrm>
          <a:custGeom>
            <a:rect b="b" l="l" r="r" t="t"/>
            <a:pathLst>
              <a:path extrusionOk="0" h="96151" w="323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646863" y="21446"/>
            <a:ext cx="8464" cy="1689069"/>
          </a:xfrm>
          <a:custGeom>
            <a:rect b="b" l="l" r="r" t="t"/>
            <a:pathLst>
              <a:path extrusionOk="0" h="64456" w="323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" name="Google Shape;35;p2"/>
          <p:cNvGrpSpPr/>
          <p:nvPr/>
        </p:nvGrpSpPr>
        <p:grpSpPr>
          <a:xfrm>
            <a:off x="2038689" y="173907"/>
            <a:ext cx="57599" cy="831799"/>
            <a:chOff x="2038689" y="173907"/>
            <a:chExt cx="57599" cy="831799"/>
          </a:xfrm>
        </p:grpSpPr>
        <p:sp>
          <p:nvSpPr>
            <p:cNvPr id="36" name="Google Shape;36;p2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2975">
              <a:solidFill>
                <a:schemeClr val="accent2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/>
          <p:nvPr/>
        </p:nvSpPr>
        <p:spPr>
          <a:xfrm>
            <a:off x="7202390" y="916059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8263673" y="2953681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" name="Google Shape;41;p3"/>
          <p:cNvGrpSpPr/>
          <p:nvPr/>
        </p:nvGrpSpPr>
        <p:grpSpPr>
          <a:xfrm>
            <a:off x="8263682" y="-434366"/>
            <a:ext cx="188886" cy="1181531"/>
            <a:chOff x="2877432" y="975334"/>
            <a:chExt cx="188886" cy="1181531"/>
          </a:xfrm>
        </p:grpSpPr>
        <p:sp>
          <p:nvSpPr>
            <p:cNvPr id="42" name="Google Shape;42;p3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5750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41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25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3"/>
          <p:cNvSpPr/>
          <p:nvPr/>
        </p:nvSpPr>
        <p:spPr>
          <a:xfrm>
            <a:off x="8485996" y="1614632"/>
            <a:ext cx="80502" cy="80476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p3"/>
          <p:cNvGrpSpPr/>
          <p:nvPr/>
        </p:nvGrpSpPr>
        <p:grpSpPr>
          <a:xfrm>
            <a:off x="3643898" y="-436198"/>
            <a:ext cx="133252" cy="1952377"/>
            <a:chOff x="6780548" y="337714"/>
            <a:chExt cx="133252" cy="1952377"/>
          </a:xfrm>
        </p:grpSpPr>
        <p:sp>
          <p:nvSpPr>
            <p:cNvPr id="47" name="Google Shape;47;p3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p3"/>
          <p:cNvSpPr/>
          <p:nvPr/>
        </p:nvSpPr>
        <p:spPr>
          <a:xfrm>
            <a:off x="8935726" y="10"/>
            <a:ext cx="8464" cy="2519637"/>
          </a:xfrm>
          <a:custGeom>
            <a:rect b="b" l="l" r="r" t="t"/>
            <a:pathLst>
              <a:path extrusionOk="0" h="96151" w="323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8008096" y="2108910"/>
            <a:ext cx="199001" cy="2139769"/>
            <a:chOff x="8008096" y="2108910"/>
            <a:chExt cx="199001" cy="2139769"/>
          </a:xfrm>
        </p:grpSpPr>
        <p:sp>
          <p:nvSpPr>
            <p:cNvPr id="51" name="Google Shape;51;p3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" name="Google Shape;53;p3"/>
          <p:cNvGrpSpPr/>
          <p:nvPr/>
        </p:nvGrpSpPr>
        <p:grpSpPr>
          <a:xfrm>
            <a:off x="520996" y="1091548"/>
            <a:ext cx="199001" cy="2139769"/>
            <a:chOff x="8008096" y="2108910"/>
            <a:chExt cx="199001" cy="2139769"/>
          </a:xfrm>
        </p:grpSpPr>
        <p:sp>
          <p:nvSpPr>
            <p:cNvPr id="54" name="Google Shape;54;p3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" name="Google Shape;56;p3"/>
          <p:cNvSpPr txBox="1"/>
          <p:nvPr>
            <p:ph type="ctrTitle"/>
          </p:nvPr>
        </p:nvSpPr>
        <p:spPr>
          <a:xfrm>
            <a:off x="2031287" y="1742775"/>
            <a:ext cx="2622000" cy="8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7" name="Google Shape;57;p3"/>
          <p:cNvSpPr txBox="1"/>
          <p:nvPr>
            <p:ph idx="1" type="subTitle"/>
          </p:nvPr>
        </p:nvSpPr>
        <p:spPr>
          <a:xfrm>
            <a:off x="1791587" y="2417450"/>
            <a:ext cx="3101400" cy="10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8" name="Google Shape;58;p3"/>
          <p:cNvSpPr txBox="1"/>
          <p:nvPr>
            <p:ph hasCustomPrompt="1" idx="2" type="title"/>
          </p:nvPr>
        </p:nvSpPr>
        <p:spPr>
          <a:xfrm>
            <a:off x="5834900" y="2122225"/>
            <a:ext cx="981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"/>
          <p:cNvSpPr txBox="1"/>
          <p:nvPr>
            <p:ph idx="1" type="body"/>
          </p:nvPr>
        </p:nvSpPr>
        <p:spPr>
          <a:xfrm>
            <a:off x="618825" y="1679175"/>
            <a:ext cx="3534300" cy="20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4"/>
          <p:cNvSpPr txBox="1"/>
          <p:nvPr>
            <p:ph type="ctrTitle"/>
          </p:nvPr>
        </p:nvSpPr>
        <p:spPr>
          <a:xfrm>
            <a:off x="618825" y="411675"/>
            <a:ext cx="26865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62" name="Google Shape;62;p4"/>
          <p:cNvSpPr/>
          <p:nvPr/>
        </p:nvSpPr>
        <p:spPr>
          <a:xfrm>
            <a:off x="720000" y="46901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058475" y="41522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1432075" y="4296400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2194725" y="44747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1585475" y="4695513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" name="Google Shape;67;p4"/>
          <p:cNvGrpSpPr/>
          <p:nvPr/>
        </p:nvGrpSpPr>
        <p:grpSpPr>
          <a:xfrm>
            <a:off x="8148521" y="3004593"/>
            <a:ext cx="98059" cy="1147596"/>
            <a:chOff x="3347921" y="16006"/>
            <a:chExt cx="98059" cy="1147596"/>
          </a:xfrm>
        </p:grpSpPr>
        <p:sp>
          <p:nvSpPr>
            <p:cNvPr id="68" name="Google Shape;68;p4"/>
            <p:cNvSpPr/>
            <p:nvPr/>
          </p:nvSpPr>
          <p:spPr>
            <a:xfrm>
              <a:off x="3347921" y="1065280"/>
              <a:ext cx="98059" cy="98321"/>
            </a:xfrm>
            <a:custGeom>
              <a:rect b="b" l="l" r="r" t="t"/>
              <a:pathLst>
                <a:path extrusionOk="0" fill="none" h="3752" w="3742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cap="flat" cmpd="sng" w="2975">
              <a:solidFill>
                <a:schemeClr val="accent1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3392705" y="16006"/>
              <a:ext cx="8464" cy="894665"/>
            </a:xfrm>
            <a:custGeom>
              <a:rect b="b" l="l" r="r" t="t"/>
              <a:pathLst>
                <a:path extrusionOk="0" h="34141" w="323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" name="Google Shape;70;p4"/>
          <p:cNvGrpSpPr/>
          <p:nvPr/>
        </p:nvGrpSpPr>
        <p:grpSpPr>
          <a:xfrm>
            <a:off x="281421" y="3769263"/>
            <a:ext cx="121172" cy="760495"/>
            <a:chOff x="5245196" y="3136513"/>
            <a:chExt cx="121172" cy="760495"/>
          </a:xfrm>
        </p:grpSpPr>
        <p:sp>
          <p:nvSpPr>
            <p:cNvPr id="71" name="Google Shape;71;p4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" name="Google Shape;73;p4"/>
          <p:cNvGrpSpPr/>
          <p:nvPr/>
        </p:nvGrpSpPr>
        <p:grpSpPr>
          <a:xfrm>
            <a:off x="8534739" y="4069632"/>
            <a:ext cx="57599" cy="831799"/>
            <a:chOff x="2038689" y="173907"/>
            <a:chExt cx="57599" cy="831799"/>
          </a:xfrm>
        </p:grpSpPr>
        <p:sp>
          <p:nvSpPr>
            <p:cNvPr id="74" name="Google Shape;74;p4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2975">
              <a:solidFill>
                <a:schemeClr val="accent2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4"/>
          <p:cNvSpPr/>
          <p:nvPr/>
        </p:nvSpPr>
        <p:spPr>
          <a:xfrm>
            <a:off x="7686100" y="45688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8868125" y="3769263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>
            <p:ph type="ctrTitle"/>
          </p:nvPr>
        </p:nvSpPr>
        <p:spPr>
          <a:xfrm>
            <a:off x="923625" y="1196026"/>
            <a:ext cx="982200" cy="577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80" name="Google Shape;80;p5"/>
          <p:cNvSpPr txBox="1"/>
          <p:nvPr>
            <p:ph idx="1" type="subTitle"/>
          </p:nvPr>
        </p:nvSpPr>
        <p:spPr>
          <a:xfrm>
            <a:off x="923637" y="1684093"/>
            <a:ext cx="26205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81" name="Google Shape;81;p5"/>
          <p:cNvSpPr txBox="1"/>
          <p:nvPr>
            <p:ph idx="2" type="ctrTitle"/>
          </p:nvPr>
        </p:nvSpPr>
        <p:spPr>
          <a:xfrm>
            <a:off x="7050379" y="1196025"/>
            <a:ext cx="1137300" cy="577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82" name="Google Shape;82;p5"/>
          <p:cNvSpPr txBox="1"/>
          <p:nvPr>
            <p:ph idx="3" type="subTitle"/>
          </p:nvPr>
        </p:nvSpPr>
        <p:spPr>
          <a:xfrm>
            <a:off x="5450166" y="1684093"/>
            <a:ext cx="27375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83" name="Google Shape;83;p5"/>
          <p:cNvSpPr txBox="1"/>
          <p:nvPr>
            <p:ph idx="4" type="ctrTitle"/>
          </p:nvPr>
        </p:nvSpPr>
        <p:spPr>
          <a:xfrm>
            <a:off x="618825" y="411675"/>
            <a:ext cx="4618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84" name="Google Shape;84;p5"/>
          <p:cNvSpPr/>
          <p:nvPr/>
        </p:nvSpPr>
        <p:spPr>
          <a:xfrm>
            <a:off x="7131388" y="36535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8403188" y="2183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7776788" y="3625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8539438" y="5409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5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89" name="Google Shape;89;p5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5"/>
          <p:cNvSpPr/>
          <p:nvPr/>
        </p:nvSpPr>
        <p:spPr>
          <a:xfrm>
            <a:off x="318213" y="44189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454463" y="47414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/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95" name="Google Shape;95;p6"/>
          <p:cNvSpPr/>
          <p:nvPr/>
        </p:nvSpPr>
        <p:spPr>
          <a:xfrm>
            <a:off x="7573050" y="27737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6099342" y="-150600"/>
            <a:ext cx="96045" cy="95462"/>
          </a:xfrm>
          <a:custGeom>
            <a:rect b="b" l="l" r="r" t="t"/>
            <a:pathLst>
              <a:path extrusionOk="0" h="3109" w="3128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303600" y="44017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564075" y="475390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/>
          <p:nvPr>
            <p:ph idx="1" type="body"/>
          </p:nvPr>
        </p:nvSpPr>
        <p:spPr>
          <a:xfrm>
            <a:off x="618306" y="2199025"/>
            <a:ext cx="1905900" cy="12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7"/>
          <p:cNvSpPr txBox="1"/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108" name="Google Shape;108;p7"/>
          <p:cNvSpPr/>
          <p:nvPr/>
        </p:nvSpPr>
        <p:spPr>
          <a:xfrm>
            <a:off x="7131388" y="36535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8403188" y="2183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7776788" y="3625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8539438" y="5409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" name="Google Shape;112;p7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113" name="Google Shape;113;p7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7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7"/>
          <p:cNvSpPr/>
          <p:nvPr/>
        </p:nvSpPr>
        <p:spPr>
          <a:xfrm>
            <a:off x="318213" y="44189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454463" y="47414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>
            <p:ph type="title"/>
          </p:nvPr>
        </p:nvSpPr>
        <p:spPr>
          <a:xfrm>
            <a:off x="2037000" y="1496400"/>
            <a:ext cx="5070000" cy="215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9" name="Google Shape;119;p8"/>
          <p:cNvSpPr/>
          <p:nvPr/>
        </p:nvSpPr>
        <p:spPr>
          <a:xfrm>
            <a:off x="1060456" y="1158638"/>
            <a:ext cx="121198" cy="121434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"/>
          <p:cNvSpPr/>
          <p:nvPr/>
        </p:nvSpPr>
        <p:spPr>
          <a:xfrm>
            <a:off x="7799740" y="916059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"/>
          <p:cNvSpPr/>
          <p:nvPr/>
        </p:nvSpPr>
        <p:spPr>
          <a:xfrm>
            <a:off x="5257933" y="2452405"/>
            <a:ext cx="57599" cy="57599"/>
          </a:xfrm>
          <a:custGeom>
            <a:rect b="b" l="l" r="r" t="t"/>
            <a:pathLst>
              <a:path extrusionOk="0" fill="none" h="2198" w="2198">
                <a:moveTo>
                  <a:pt x="1" y="1"/>
                </a:moveTo>
                <a:lnTo>
                  <a:pt x="2198" y="1"/>
                </a:lnTo>
                <a:lnTo>
                  <a:pt x="2198" y="2198"/>
                </a:lnTo>
                <a:lnTo>
                  <a:pt x="1" y="2198"/>
                </a:lnTo>
                <a:close/>
              </a:path>
            </a:pathLst>
          </a:custGeom>
          <a:noFill/>
          <a:ln cap="flat" cmpd="sng" w="1375">
            <a:solidFill>
              <a:schemeClr val="accent1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275669" y="1557059"/>
            <a:ext cx="57834" cy="57599"/>
          </a:xfrm>
          <a:custGeom>
            <a:rect b="b" l="l" r="r" t="t"/>
            <a:pathLst>
              <a:path extrusionOk="0" fill="none" h="2198" w="2207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cap="flat" cmpd="sng" w="2975">
            <a:solidFill>
              <a:schemeClr val="accent2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2307882" y="3002386"/>
            <a:ext cx="104086" cy="104322"/>
          </a:xfrm>
          <a:custGeom>
            <a:rect b="b" l="l" r="r" t="t"/>
            <a:pathLst>
              <a:path extrusionOk="0" fill="none" h="3981" w="3972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cap="flat" cmpd="sng" w="2975">
            <a:solidFill>
              <a:schemeClr val="accent2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8263673" y="2953681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" name="Google Shape;125;p8"/>
          <p:cNvGrpSpPr/>
          <p:nvPr/>
        </p:nvGrpSpPr>
        <p:grpSpPr>
          <a:xfrm>
            <a:off x="8263682" y="-434366"/>
            <a:ext cx="188886" cy="1181531"/>
            <a:chOff x="2877432" y="975334"/>
            <a:chExt cx="188886" cy="1181531"/>
          </a:xfrm>
        </p:grpSpPr>
        <p:sp>
          <p:nvSpPr>
            <p:cNvPr id="126" name="Google Shape;126;p8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5750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8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41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8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25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8"/>
          <p:cNvSpPr/>
          <p:nvPr/>
        </p:nvSpPr>
        <p:spPr>
          <a:xfrm>
            <a:off x="8485996" y="1614632"/>
            <a:ext cx="80502" cy="80476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6293004" y="835609"/>
            <a:ext cx="80476" cy="80476"/>
          </a:xfrm>
          <a:custGeom>
            <a:rect b="b" l="l" r="r" t="t"/>
            <a:pathLst>
              <a:path extrusionOk="0" h="3071" w="3071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1778504" y="2156778"/>
            <a:ext cx="119993" cy="119966"/>
          </a:xfrm>
          <a:custGeom>
            <a:rect b="b" l="l" r="r" t="t"/>
            <a:pathLst>
              <a:path extrusionOk="0" h="4578" w="4579">
                <a:moveTo>
                  <a:pt x="1" y="0"/>
                </a:moveTo>
                <a:lnTo>
                  <a:pt x="1" y="4578"/>
                </a:lnTo>
                <a:lnTo>
                  <a:pt x="4578" y="4578"/>
                </a:lnTo>
                <a:lnTo>
                  <a:pt x="457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8"/>
          <p:cNvGrpSpPr/>
          <p:nvPr/>
        </p:nvGrpSpPr>
        <p:grpSpPr>
          <a:xfrm>
            <a:off x="3090746" y="-533657"/>
            <a:ext cx="98059" cy="1147596"/>
            <a:chOff x="3347921" y="16006"/>
            <a:chExt cx="98059" cy="1147596"/>
          </a:xfrm>
        </p:grpSpPr>
        <p:sp>
          <p:nvSpPr>
            <p:cNvPr id="133" name="Google Shape;133;p8"/>
            <p:cNvSpPr/>
            <p:nvPr/>
          </p:nvSpPr>
          <p:spPr>
            <a:xfrm>
              <a:off x="3347921" y="1065280"/>
              <a:ext cx="98059" cy="98321"/>
            </a:xfrm>
            <a:custGeom>
              <a:rect b="b" l="l" r="r" t="t"/>
              <a:pathLst>
                <a:path extrusionOk="0" fill="none" h="3752" w="3742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cap="flat" cmpd="sng" w="2975">
              <a:solidFill>
                <a:schemeClr val="accent1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3392705" y="16006"/>
              <a:ext cx="8464" cy="894665"/>
            </a:xfrm>
            <a:custGeom>
              <a:rect b="b" l="l" r="r" t="t"/>
              <a:pathLst>
                <a:path extrusionOk="0" h="34141" w="323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" name="Google Shape;135;p8"/>
          <p:cNvGrpSpPr/>
          <p:nvPr/>
        </p:nvGrpSpPr>
        <p:grpSpPr>
          <a:xfrm>
            <a:off x="4892771" y="-340112"/>
            <a:ext cx="121172" cy="760495"/>
            <a:chOff x="5245196" y="3136513"/>
            <a:chExt cx="121172" cy="760495"/>
          </a:xfrm>
        </p:grpSpPr>
        <p:sp>
          <p:nvSpPr>
            <p:cNvPr id="136" name="Google Shape;136;p8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8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" name="Google Shape;138;p8"/>
          <p:cNvGrpSpPr/>
          <p:nvPr/>
        </p:nvGrpSpPr>
        <p:grpSpPr>
          <a:xfrm>
            <a:off x="6967836" y="85439"/>
            <a:ext cx="133252" cy="1952377"/>
            <a:chOff x="6780548" y="337714"/>
            <a:chExt cx="133252" cy="1952377"/>
          </a:xfrm>
        </p:grpSpPr>
        <p:sp>
          <p:nvSpPr>
            <p:cNvPr id="139" name="Google Shape;139;p8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8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" name="Google Shape;141;p8"/>
          <p:cNvGrpSpPr/>
          <p:nvPr/>
        </p:nvGrpSpPr>
        <p:grpSpPr>
          <a:xfrm>
            <a:off x="250617" y="2402301"/>
            <a:ext cx="188650" cy="2468354"/>
            <a:chOff x="250617" y="2402301"/>
            <a:chExt cx="188650" cy="2468354"/>
          </a:xfrm>
        </p:grpSpPr>
        <p:sp>
          <p:nvSpPr>
            <p:cNvPr id="142" name="Google Shape;142;p8"/>
            <p:cNvSpPr/>
            <p:nvPr/>
          </p:nvSpPr>
          <p:spPr>
            <a:xfrm>
              <a:off x="250617" y="4681770"/>
              <a:ext cx="188650" cy="188886"/>
            </a:xfrm>
            <a:custGeom>
              <a:rect b="b" l="l" r="r" t="t"/>
              <a:pathLst>
                <a:path extrusionOk="0" fill="none" h="7208" w="7199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cap="flat" cmpd="sng" w="5750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8"/>
            <p:cNvSpPr/>
            <p:nvPr/>
          </p:nvSpPr>
          <p:spPr>
            <a:xfrm>
              <a:off x="278316" y="4166291"/>
              <a:ext cx="133226" cy="133226"/>
            </a:xfrm>
            <a:custGeom>
              <a:rect b="b" l="l" r="r" t="t"/>
              <a:pathLst>
                <a:path extrusionOk="0" fill="none" h="5084" w="5084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8"/>
            <p:cNvSpPr/>
            <p:nvPr/>
          </p:nvSpPr>
          <p:spPr>
            <a:xfrm>
              <a:off x="304573" y="3689098"/>
              <a:ext cx="80476" cy="80476"/>
            </a:xfrm>
            <a:custGeom>
              <a:rect b="b" l="l" r="r" t="t"/>
              <a:pathLst>
                <a:path extrusionOk="0" fill="none" h="3071" w="3071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cap="flat" cmpd="sng" w="25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8"/>
            <p:cNvSpPr/>
            <p:nvPr/>
          </p:nvSpPr>
          <p:spPr>
            <a:xfrm>
              <a:off x="340710" y="2402301"/>
              <a:ext cx="8464" cy="1011487"/>
            </a:xfrm>
            <a:custGeom>
              <a:rect b="b" l="l" r="r" t="t"/>
              <a:pathLst>
                <a:path extrusionOk="0" h="38599" w="323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" name="Google Shape;146;p8"/>
          <p:cNvGrpSpPr/>
          <p:nvPr/>
        </p:nvGrpSpPr>
        <p:grpSpPr>
          <a:xfrm>
            <a:off x="982417" y="1695096"/>
            <a:ext cx="199237" cy="2828935"/>
            <a:chOff x="1608717" y="1280046"/>
            <a:chExt cx="199237" cy="2828935"/>
          </a:xfrm>
        </p:grpSpPr>
        <p:sp>
          <p:nvSpPr>
            <p:cNvPr id="147" name="Google Shape;147;p8"/>
            <p:cNvSpPr/>
            <p:nvPr/>
          </p:nvSpPr>
          <p:spPr>
            <a:xfrm>
              <a:off x="1608717" y="3909744"/>
              <a:ext cx="199237" cy="199237"/>
            </a:xfrm>
            <a:custGeom>
              <a:rect b="b" l="l" r="r" t="t"/>
              <a:pathLst>
                <a:path extrusionOk="0" h="7603" w="7603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8"/>
            <p:cNvSpPr/>
            <p:nvPr/>
          </p:nvSpPr>
          <p:spPr>
            <a:xfrm>
              <a:off x="1656175" y="3269477"/>
              <a:ext cx="104086" cy="104086"/>
            </a:xfrm>
            <a:custGeom>
              <a:rect b="b" l="l" r="r" t="t"/>
              <a:pathLst>
                <a:path extrusionOk="0" h="3972" w="3972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1704104" y="1280046"/>
              <a:ext cx="8464" cy="1794099"/>
            </a:xfrm>
            <a:custGeom>
              <a:rect b="b" l="l" r="r" t="t"/>
              <a:pathLst>
                <a:path extrusionOk="0" h="68464" w="323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0" name="Google Shape;150;p8"/>
          <p:cNvSpPr/>
          <p:nvPr/>
        </p:nvSpPr>
        <p:spPr>
          <a:xfrm>
            <a:off x="646863" y="21446"/>
            <a:ext cx="8464" cy="1689069"/>
          </a:xfrm>
          <a:custGeom>
            <a:rect b="b" l="l" r="r" t="t"/>
            <a:pathLst>
              <a:path extrusionOk="0" h="64456" w="323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1" name="Google Shape;151;p8"/>
          <p:cNvGrpSpPr/>
          <p:nvPr/>
        </p:nvGrpSpPr>
        <p:grpSpPr>
          <a:xfrm>
            <a:off x="2038689" y="173907"/>
            <a:ext cx="57599" cy="831799"/>
            <a:chOff x="2038689" y="173907"/>
            <a:chExt cx="57599" cy="831799"/>
          </a:xfrm>
        </p:grpSpPr>
        <p:sp>
          <p:nvSpPr>
            <p:cNvPr id="152" name="Google Shape;152;p8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2975">
              <a:solidFill>
                <a:schemeClr val="accent2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" name="Google Shape;154;p8"/>
          <p:cNvGrpSpPr/>
          <p:nvPr/>
        </p:nvGrpSpPr>
        <p:grpSpPr>
          <a:xfrm>
            <a:off x="8008096" y="2108910"/>
            <a:ext cx="199001" cy="2139769"/>
            <a:chOff x="8008096" y="2108910"/>
            <a:chExt cx="199001" cy="2139769"/>
          </a:xfrm>
        </p:grpSpPr>
        <p:sp>
          <p:nvSpPr>
            <p:cNvPr id="155" name="Google Shape;155;p8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" name="Google Shape;157;p8"/>
          <p:cNvSpPr/>
          <p:nvPr/>
        </p:nvSpPr>
        <p:spPr>
          <a:xfrm>
            <a:off x="2702019" y="1158651"/>
            <a:ext cx="121198" cy="121434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8" name="Google Shape;158;p8"/>
          <p:cNvGrpSpPr/>
          <p:nvPr/>
        </p:nvGrpSpPr>
        <p:grpSpPr>
          <a:xfrm>
            <a:off x="4095146" y="-859690"/>
            <a:ext cx="199001" cy="2139769"/>
            <a:chOff x="8008096" y="2108910"/>
            <a:chExt cx="199001" cy="2139769"/>
          </a:xfrm>
        </p:grpSpPr>
        <p:sp>
          <p:nvSpPr>
            <p:cNvPr id="159" name="Google Shape;159;p8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1" name="Google Shape;161;p8"/>
          <p:cNvGrpSpPr/>
          <p:nvPr/>
        </p:nvGrpSpPr>
        <p:grpSpPr>
          <a:xfrm>
            <a:off x="6333286" y="3704939"/>
            <a:ext cx="133252" cy="1952377"/>
            <a:chOff x="6780548" y="337714"/>
            <a:chExt cx="133252" cy="1952377"/>
          </a:xfrm>
        </p:grpSpPr>
        <p:sp>
          <p:nvSpPr>
            <p:cNvPr id="162" name="Google Shape;162;p8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" name="Google Shape;164;p8"/>
          <p:cNvGrpSpPr/>
          <p:nvPr/>
        </p:nvGrpSpPr>
        <p:grpSpPr>
          <a:xfrm>
            <a:off x="2702021" y="3612763"/>
            <a:ext cx="121172" cy="760495"/>
            <a:chOff x="5245196" y="3136513"/>
            <a:chExt cx="121172" cy="760495"/>
          </a:xfrm>
        </p:grpSpPr>
        <p:sp>
          <p:nvSpPr>
            <p:cNvPr id="165" name="Google Shape;165;p8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8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" name="Google Shape;167;p8"/>
          <p:cNvSpPr/>
          <p:nvPr/>
        </p:nvSpPr>
        <p:spPr>
          <a:xfrm>
            <a:off x="5539523" y="4516718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6994217" y="3378784"/>
            <a:ext cx="80476" cy="80476"/>
          </a:xfrm>
          <a:custGeom>
            <a:rect b="b" l="l" r="r" t="t"/>
            <a:pathLst>
              <a:path extrusionOk="0" h="3071" w="3071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1" name="Google Shape;17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2" name="Google Shape;17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10"/>
          <p:cNvSpPr txBox="1"/>
          <p:nvPr>
            <p:ph type="title"/>
          </p:nvPr>
        </p:nvSpPr>
        <p:spPr>
          <a:xfrm>
            <a:off x="581925" y="3391646"/>
            <a:ext cx="4126500" cy="132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"/>
          <p:cNvSpPr txBox="1"/>
          <p:nvPr>
            <p:ph type="ctrTitle"/>
          </p:nvPr>
        </p:nvSpPr>
        <p:spPr>
          <a:xfrm>
            <a:off x="3068675" y="3075325"/>
            <a:ext cx="30558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24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8" name="Google Shape;178;p11"/>
          <p:cNvSpPr txBox="1"/>
          <p:nvPr>
            <p:ph idx="1" type="subTitle"/>
          </p:nvPr>
        </p:nvSpPr>
        <p:spPr>
          <a:xfrm>
            <a:off x="2333000" y="1799075"/>
            <a:ext cx="44781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9" name="Google Shape;179;p11"/>
          <p:cNvSpPr/>
          <p:nvPr/>
        </p:nvSpPr>
        <p:spPr>
          <a:xfrm>
            <a:off x="1621169" y="2890613"/>
            <a:ext cx="121198" cy="121434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"/>
          <p:cNvSpPr/>
          <p:nvPr/>
        </p:nvSpPr>
        <p:spPr>
          <a:xfrm>
            <a:off x="1238740" y="2106884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"/>
          <p:cNvSpPr/>
          <p:nvPr/>
        </p:nvSpPr>
        <p:spPr>
          <a:xfrm>
            <a:off x="8710023" y="4821495"/>
            <a:ext cx="98059" cy="98295"/>
          </a:xfrm>
          <a:custGeom>
            <a:rect b="b" l="l" r="r" t="t"/>
            <a:pathLst>
              <a:path extrusionOk="0" fill="none" h="3751" w="3742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cap="flat" cmpd="sng" w="2975">
            <a:solidFill>
              <a:schemeClr val="accent1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"/>
          <p:cNvSpPr/>
          <p:nvPr/>
        </p:nvSpPr>
        <p:spPr>
          <a:xfrm>
            <a:off x="275669" y="1557059"/>
            <a:ext cx="57834" cy="57599"/>
          </a:xfrm>
          <a:custGeom>
            <a:rect b="b" l="l" r="r" t="t"/>
            <a:pathLst>
              <a:path extrusionOk="0" fill="none" h="2198" w="2207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cap="flat" cmpd="sng" w="2975">
            <a:solidFill>
              <a:schemeClr val="accent2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"/>
          <p:cNvSpPr/>
          <p:nvPr/>
        </p:nvSpPr>
        <p:spPr>
          <a:xfrm>
            <a:off x="8263673" y="2953681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4" name="Google Shape;184;p11"/>
          <p:cNvGrpSpPr/>
          <p:nvPr/>
        </p:nvGrpSpPr>
        <p:grpSpPr>
          <a:xfrm>
            <a:off x="8217007" y="3576772"/>
            <a:ext cx="188886" cy="1181531"/>
            <a:chOff x="2877432" y="975334"/>
            <a:chExt cx="188886" cy="1181531"/>
          </a:xfrm>
        </p:grpSpPr>
        <p:sp>
          <p:nvSpPr>
            <p:cNvPr id="185" name="Google Shape;185;p11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5750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41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25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" name="Google Shape;188;p11"/>
          <p:cNvSpPr/>
          <p:nvPr/>
        </p:nvSpPr>
        <p:spPr>
          <a:xfrm>
            <a:off x="8718796" y="1164882"/>
            <a:ext cx="80502" cy="80476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9" name="Google Shape;189;p11"/>
          <p:cNvGrpSpPr/>
          <p:nvPr/>
        </p:nvGrpSpPr>
        <p:grpSpPr>
          <a:xfrm>
            <a:off x="7519346" y="3243318"/>
            <a:ext cx="98059" cy="1147596"/>
            <a:chOff x="3347921" y="16006"/>
            <a:chExt cx="98059" cy="1147596"/>
          </a:xfrm>
        </p:grpSpPr>
        <p:sp>
          <p:nvSpPr>
            <p:cNvPr id="190" name="Google Shape;190;p11"/>
            <p:cNvSpPr/>
            <p:nvPr/>
          </p:nvSpPr>
          <p:spPr>
            <a:xfrm>
              <a:off x="3347921" y="1065280"/>
              <a:ext cx="98059" cy="98321"/>
            </a:xfrm>
            <a:custGeom>
              <a:rect b="b" l="l" r="r" t="t"/>
              <a:pathLst>
                <a:path extrusionOk="0" fill="none" h="3752" w="3742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cap="flat" cmpd="sng" w="2975">
              <a:solidFill>
                <a:schemeClr val="accent1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3392705" y="16006"/>
              <a:ext cx="8464" cy="894665"/>
            </a:xfrm>
            <a:custGeom>
              <a:rect b="b" l="l" r="r" t="t"/>
              <a:pathLst>
                <a:path extrusionOk="0" h="34141" w="323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2" name="Google Shape;192;p11"/>
          <p:cNvGrpSpPr/>
          <p:nvPr/>
        </p:nvGrpSpPr>
        <p:grpSpPr>
          <a:xfrm>
            <a:off x="805821" y="2953663"/>
            <a:ext cx="121172" cy="760495"/>
            <a:chOff x="5245196" y="3136513"/>
            <a:chExt cx="121172" cy="760495"/>
          </a:xfrm>
        </p:grpSpPr>
        <p:sp>
          <p:nvSpPr>
            <p:cNvPr id="193" name="Google Shape;193;p11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1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5" name="Google Shape;195;p11"/>
          <p:cNvGrpSpPr/>
          <p:nvPr/>
        </p:nvGrpSpPr>
        <p:grpSpPr>
          <a:xfrm>
            <a:off x="250617" y="2402301"/>
            <a:ext cx="188650" cy="2468354"/>
            <a:chOff x="250617" y="2402301"/>
            <a:chExt cx="188650" cy="2468354"/>
          </a:xfrm>
        </p:grpSpPr>
        <p:sp>
          <p:nvSpPr>
            <p:cNvPr id="196" name="Google Shape;196;p11"/>
            <p:cNvSpPr/>
            <p:nvPr/>
          </p:nvSpPr>
          <p:spPr>
            <a:xfrm>
              <a:off x="250617" y="4681770"/>
              <a:ext cx="188650" cy="188886"/>
            </a:xfrm>
            <a:custGeom>
              <a:rect b="b" l="l" r="r" t="t"/>
              <a:pathLst>
                <a:path extrusionOk="0" fill="none" h="7208" w="7199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cap="flat" cmpd="sng" w="5750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1"/>
            <p:cNvSpPr/>
            <p:nvPr/>
          </p:nvSpPr>
          <p:spPr>
            <a:xfrm>
              <a:off x="278316" y="4166291"/>
              <a:ext cx="133226" cy="133226"/>
            </a:xfrm>
            <a:custGeom>
              <a:rect b="b" l="l" r="r" t="t"/>
              <a:pathLst>
                <a:path extrusionOk="0" fill="none" h="5084" w="5084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1"/>
            <p:cNvSpPr/>
            <p:nvPr/>
          </p:nvSpPr>
          <p:spPr>
            <a:xfrm>
              <a:off x="304573" y="3689098"/>
              <a:ext cx="80476" cy="80476"/>
            </a:xfrm>
            <a:custGeom>
              <a:rect b="b" l="l" r="r" t="t"/>
              <a:pathLst>
                <a:path extrusionOk="0" fill="none" h="3071" w="3071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cap="flat" cmpd="sng" w="25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1"/>
            <p:cNvSpPr/>
            <p:nvPr/>
          </p:nvSpPr>
          <p:spPr>
            <a:xfrm>
              <a:off x="340710" y="2402301"/>
              <a:ext cx="8464" cy="1011487"/>
            </a:xfrm>
            <a:custGeom>
              <a:rect b="b" l="l" r="r" t="t"/>
              <a:pathLst>
                <a:path extrusionOk="0" h="38599" w="323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0" name="Google Shape;200;p11"/>
          <p:cNvSpPr/>
          <p:nvPr/>
        </p:nvSpPr>
        <p:spPr>
          <a:xfrm>
            <a:off x="8307214" y="-383977"/>
            <a:ext cx="8464" cy="2519637"/>
          </a:xfrm>
          <a:custGeom>
            <a:rect b="b" l="l" r="r" t="t"/>
            <a:pathLst>
              <a:path extrusionOk="0" h="96151" w="323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"/>
          <p:cNvSpPr/>
          <p:nvPr/>
        </p:nvSpPr>
        <p:spPr>
          <a:xfrm>
            <a:off x="646863" y="21446"/>
            <a:ext cx="8464" cy="1689069"/>
          </a:xfrm>
          <a:custGeom>
            <a:rect b="b" l="l" r="r" t="t"/>
            <a:pathLst>
              <a:path extrusionOk="0" h="64456" w="323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2" name="Google Shape;202;p11"/>
          <p:cNvGrpSpPr/>
          <p:nvPr/>
        </p:nvGrpSpPr>
        <p:grpSpPr>
          <a:xfrm>
            <a:off x="2038689" y="173907"/>
            <a:ext cx="57599" cy="831799"/>
            <a:chOff x="2038689" y="173907"/>
            <a:chExt cx="57599" cy="831799"/>
          </a:xfrm>
        </p:grpSpPr>
        <p:sp>
          <p:nvSpPr>
            <p:cNvPr id="203" name="Google Shape;203;p11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2975">
              <a:solidFill>
                <a:schemeClr val="accent2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1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5" name="Google Shape;205;p11"/>
          <p:cNvSpPr/>
          <p:nvPr/>
        </p:nvSpPr>
        <p:spPr>
          <a:xfrm>
            <a:off x="7582340" y="1834534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6" name="Google Shape;206;p11"/>
          <p:cNvGrpSpPr/>
          <p:nvPr/>
        </p:nvGrpSpPr>
        <p:grpSpPr>
          <a:xfrm>
            <a:off x="4920170" y="-496491"/>
            <a:ext cx="188886" cy="1181531"/>
            <a:chOff x="2877432" y="975334"/>
            <a:chExt cx="188886" cy="1181531"/>
          </a:xfrm>
        </p:grpSpPr>
        <p:sp>
          <p:nvSpPr>
            <p:cNvPr id="207" name="Google Shape;207;p11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5750">
              <a:solidFill>
                <a:schemeClr val="accent2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1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4125">
              <a:solidFill>
                <a:schemeClr val="accent2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1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2525">
              <a:solidFill>
                <a:schemeClr val="accent2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0" name="Google Shape;210;p11"/>
          <p:cNvSpPr/>
          <p:nvPr/>
        </p:nvSpPr>
        <p:spPr>
          <a:xfrm>
            <a:off x="7084804" y="549572"/>
            <a:ext cx="80476" cy="80476"/>
          </a:xfrm>
          <a:custGeom>
            <a:rect b="b" l="l" r="r" t="t"/>
            <a:pathLst>
              <a:path extrusionOk="0" h="3071" w="3071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1" name="Google Shape;211;p11"/>
          <p:cNvGrpSpPr/>
          <p:nvPr/>
        </p:nvGrpSpPr>
        <p:grpSpPr>
          <a:xfrm>
            <a:off x="3030471" y="-223849"/>
            <a:ext cx="121172" cy="760495"/>
            <a:chOff x="5245196" y="3136513"/>
            <a:chExt cx="121172" cy="760495"/>
          </a:xfrm>
        </p:grpSpPr>
        <p:sp>
          <p:nvSpPr>
            <p:cNvPr id="212" name="Google Shape;212;p11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1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4" name="Google Shape;214;p11"/>
          <p:cNvGrpSpPr/>
          <p:nvPr/>
        </p:nvGrpSpPr>
        <p:grpSpPr>
          <a:xfrm>
            <a:off x="2306292" y="2569221"/>
            <a:ext cx="199237" cy="2828935"/>
            <a:chOff x="1608717" y="1280046"/>
            <a:chExt cx="199237" cy="2828935"/>
          </a:xfrm>
        </p:grpSpPr>
        <p:sp>
          <p:nvSpPr>
            <p:cNvPr id="215" name="Google Shape;215;p11"/>
            <p:cNvSpPr/>
            <p:nvPr/>
          </p:nvSpPr>
          <p:spPr>
            <a:xfrm>
              <a:off x="1608717" y="3909744"/>
              <a:ext cx="199237" cy="199237"/>
            </a:xfrm>
            <a:custGeom>
              <a:rect b="b" l="l" r="r" t="t"/>
              <a:pathLst>
                <a:path extrusionOk="0" h="7603" w="7603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1"/>
            <p:cNvSpPr/>
            <p:nvPr/>
          </p:nvSpPr>
          <p:spPr>
            <a:xfrm>
              <a:off x="1656175" y="3269477"/>
              <a:ext cx="104086" cy="104086"/>
            </a:xfrm>
            <a:custGeom>
              <a:rect b="b" l="l" r="r" t="t"/>
              <a:pathLst>
                <a:path extrusionOk="0" h="3972" w="3972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1"/>
            <p:cNvSpPr/>
            <p:nvPr/>
          </p:nvSpPr>
          <p:spPr>
            <a:xfrm>
              <a:off x="1704104" y="1280046"/>
              <a:ext cx="8464" cy="1794099"/>
            </a:xfrm>
            <a:custGeom>
              <a:rect b="b" l="l" r="r" t="t"/>
              <a:pathLst>
                <a:path extrusionOk="0" h="68464" w="323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"/>
          <p:cNvSpPr txBox="1"/>
          <p:nvPr>
            <p:ph hasCustomPrompt="1" type="title"/>
          </p:nvPr>
        </p:nvSpPr>
        <p:spPr>
          <a:xfrm>
            <a:off x="1733725" y="856650"/>
            <a:ext cx="5676600" cy="12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8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20" name="Google Shape;220;p12"/>
          <p:cNvSpPr txBox="1"/>
          <p:nvPr>
            <p:ph idx="1" type="body"/>
          </p:nvPr>
        </p:nvSpPr>
        <p:spPr>
          <a:xfrm>
            <a:off x="3208075" y="2086950"/>
            <a:ext cx="2727900" cy="7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221" name="Google Shape;221;p12"/>
          <p:cNvGrpSpPr/>
          <p:nvPr/>
        </p:nvGrpSpPr>
        <p:grpSpPr>
          <a:xfrm>
            <a:off x="722446" y="3412541"/>
            <a:ext cx="7699120" cy="1883463"/>
            <a:chOff x="4558950" y="838825"/>
            <a:chExt cx="2813800" cy="688350"/>
          </a:xfrm>
        </p:grpSpPr>
        <p:sp>
          <p:nvSpPr>
            <p:cNvPr id="222" name="Google Shape;222;p12"/>
            <p:cNvSpPr/>
            <p:nvPr/>
          </p:nvSpPr>
          <p:spPr>
            <a:xfrm>
              <a:off x="6067275" y="838825"/>
              <a:ext cx="46025" cy="39525"/>
            </a:xfrm>
            <a:custGeom>
              <a:rect b="b" l="l" r="r" t="t"/>
              <a:pathLst>
                <a:path extrusionOk="0" h="1581" w="1841">
                  <a:moveTo>
                    <a:pt x="1059" y="0"/>
                  </a:moveTo>
                  <a:cubicBezTo>
                    <a:pt x="353" y="0"/>
                    <a:pt x="1" y="857"/>
                    <a:pt x="492" y="1348"/>
                  </a:cubicBezTo>
                  <a:cubicBezTo>
                    <a:pt x="656" y="1508"/>
                    <a:pt x="856" y="1580"/>
                    <a:pt x="1051" y="1580"/>
                  </a:cubicBezTo>
                  <a:cubicBezTo>
                    <a:pt x="1456" y="1580"/>
                    <a:pt x="1840" y="1270"/>
                    <a:pt x="1840" y="794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2"/>
            <p:cNvSpPr/>
            <p:nvPr/>
          </p:nvSpPr>
          <p:spPr>
            <a:xfrm>
              <a:off x="4703850" y="911275"/>
              <a:ext cx="2580700" cy="613375"/>
            </a:xfrm>
            <a:custGeom>
              <a:rect b="b" l="l" r="r" t="t"/>
              <a:pathLst>
                <a:path extrusionOk="0" h="24535" w="103228">
                  <a:moveTo>
                    <a:pt x="47431" y="0"/>
                  </a:moveTo>
                  <a:lnTo>
                    <a:pt x="34779" y="13685"/>
                  </a:lnTo>
                  <a:lnTo>
                    <a:pt x="20906" y="18309"/>
                  </a:lnTo>
                  <a:lnTo>
                    <a:pt x="15412" y="16898"/>
                  </a:lnTo>
                  <a:lnTo>
                    <a:pt x="9061" y="9892"/>
                  </a:lnTo>
                  <a:lnTo>
                    <a:pt x="1" y="24459"/>
                  </a:lnTo>
                  <a:lnTo>
                    <a:pt x="127" y="24534"/>
                  </a:lnTo>
                  <a:lnTo>
                    <a:pt x="9086" y="10131"/>
                  </a:lnTo>
                  <a:lnTo>
                    <a:pt x="15336" y="17024"/>
                  </a:lnTo>
                  <a:lnTo>
                    <a:pt x="20893" y="18448"/>
                  </a:lnTo>
                  <a:lnTo>
                    <a:pt x="20918" y="18461"/>
                  </a:lnTo>
                  <a:lnTo>
                    <a:pt x="34855" y="13811"/>
                  </a:lnTo>
                  <a:lnTo>
                    <a:pt x="47431" y="215"/>
                  </a:lnTo>
                  <a:lnTo>
                    <a:pt x="59099" y="12778"/>
                  </a:lnTo>
                  <a:lnTo>
                    <a:pt x="67479" y="19620"/>
                  </a:lnTo>
                  <a:lnTo>
                    <a:pt x="76513" y="18196"/>
                  </a:lnTo>
                  <a:lnTo>
                    <a:pt x="82209" y="19885"/>
                  </a:lnTo>
                  <a:lnTo>
                    <a:pt x="88661" y="9035"/>
                  </a:lnTo>
                  <a:lnTo>
                    <a:pt x="95138" y="5860"/>
                  </a:lnTo>
                  <a:lnTo>
                    <a:pt x="103101" y="24496"/>
                  </a:lnTo>
                  <a:lnTo>
                    <a:pt x="103227" y="24433"/>
                  </a:lnTo>
                  <a:lnTo>
                    <a:pt x="95213" y="5671"/>
                  </a:lnTo>
                  <a:lnTo>
                    <a:pt x="88585" y="8922"/>
                  </a:lnTo>
                  <a:lnTo>
                    <a:pt x="88560" y="8934"/>
                  </a:lnTo>
                  <a:lnTo>
                    <a:pt x="82146" y="19708"/>
                  </a:lnTo>
                  <a:lnTo>
                    <a:pt x="76539" y="18057"/>
                  </a:lnTo>
                  <a:lnTo>
                    <a:pt x="76513" y="18045"/>
                  </a:lnTo>
                  <a:lnTo>
                    <a:pt x="67529" y="19469"/>
                  </a:lnTo>
                  <a:lnTo>
                    <a:pt x="59187" y="12664"/>
                  </a:lnTo>
                  <a:lnTo>
                    <a:pt x="4743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2"/>
            <p:cNvSpPr/>
            <p:nvPr/>
          </p:nvSpPr>
          <p:spPr>
            <a:xfrm>
              <a:off x="4704175" y="930800"/>
              <a:ext cx="2582575" cy="595725"/>
            </a:xfrm>
            <a:custGeom>
              <a:rect b="b" l="l" r="r" t="t"/>
              <a:pathLst>
                <a:path extrusionOk="0" h="23829" w="103303">
                  <a:moveTo>
                    <a:pt x="67125" y="1"/>
                  </a:moveTo>
                  <a:lnTo>
                    <a:pt x="58065" y="5948"/>
                  </a:lnTo>
                  <a:lnTo>
                    <a:pt x="47115" y="9817"/>
                  </a:lnTo>
                  <a:lnTo>
                    <a:pt x="41747" y="17995"/>
                  </a:lnTo>
                  <a:lnTo>
                    <a:pt x="26941" y="870"/>
                  </a:lnTo>
                  <a:lnTo>
                    <a:pt x="19822" y="13421"/>
                  </a:lnTo>
                  <a:lnTo>
                    <a:pt x="8758" y="16054"/>
                  </a:lnTo>
                  <a:lnTo>
                    <a:pt x="8733" y="16054"/>
                  </a:lnTo>
                  <a:lnTo>
                    <a:pt x="1" y="23665"/>
                  </a:lnTo>
                  <a:lnTo>
                    <a:pt x="101" y="23766"/>
                  </a:lnTo>
                  <a:lnTo>
                    <a:pt x="8809" y="16180"/>
                  </a:lnTo>
                  <a:lnTo>
                    <a:pt x="19885" y="13547"/>
                  </a:lnTo>
                  <a:lnTo>
                    <a:pt x="19910" y="13547"/>
                  </a:lnTo>
                  <a:lnTo>
                    <a:pt x="26966" y="1122"/>
                  </a:lnTo>
                  <a:lnTo>
                    <a:pt x="41697" y="18158"/>
                  </a:lnTo>
                  <a:lnTo>
                    <a:pt x="41760" y="18234"/>
                  </a:lnTo>
                  <a:lnTo>
                    <a:pt x="47203" y="9930"/>
                  </a:lnTo>
                  <a:lnTo>
                    <a:pt x="58116" y="6087"/>
                  </a:lnTo>
                  <a:lnTo>
                    <a:pt x="67088" y="190"/>
                  </a:lnTo>
                  <a:lnTo>
                    <a:pt x="73224" y="8884"/>
                  </a:lnTo>
                  <a:lnTo>
                    <a:pt x="73262" y="8935"/>
                  </a:lnTo>
                  <a:lnTo>
                    <a:pt x="81125" y="5583"/>
                  </a:lnTo>
                  <a:lnTo>
                    <a:pt x="94091" y="13408"/>
                  </a:lnTo>
                  <a:lnTo>
                    <a:pt x="103189" y="23829"/>
                  </a:lnTo>
                  <a:lnTo>
                    <a:pt x="103303" y="23728"/>
                  </a:lnTo>
                  <a:lnTo>
                    <a:pt x="94192" y="13307"/>
                  </a:lnTo>
                  <a:lnTo>
                    <a:pt x="81138" y="5419"/>
                  </a:lnTo>
                  <a:lnTo>
                    <a:pt x="73312" y="8758"/>
                  </a:lnTo>
                  <a:lnTo>
                    <a:pt x="671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2"/>
            <p:cNvSpPr/>
            <p:nvPr/>
          </p:nvSpPr>
          <p:spPr>
            <a:xfrm>
              <a:off x="4904225" y="1145950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59" y="1"/>
                  </a:moveTo>
                  <a:cubicBezTo>
                    <a:pt x="353" y="1"/>
                    <a:pt x="0" y="845"/>
                    <a:pt x="504" y="1337"/>
                  </a:cubicBezTo>
                  <a:cubicBezTo>
                    <a:pt x="664" y="1501"/>
                    <a:pt x="861" y="1574"/>
                    <a:pt x="1054" y="1574"/>
                  </a:cubicBezTo>
                  <a:cubicBezTo>
                    <a:pt x="1455" y="1574"/>
                    <a:pt x="1840" y="1258"/>
                    <a:pt x="1840" y="782"/>
                  </a:cubicBezTo>
                  <a:cubicBezTo>
                    <a:pt x="1840" y="354"/>
                    <a:pt x="1487" y="1"/>
                    <a:pt x="10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2"/>
            <p:cNvSpPr/>
            <p:nvPr/>
          </p:nvSpPr>
          <p:spPr>
            <a:xfrm>
              <a:off x="5062350" y="1316075"/>
              <a:ext cx="46025" cy="39350"/>
            </a:xfrm>
            <a:custGeom>
              <a:rect b="b" l="l" r="r" t="t"/>
              <a:pathLst>
                <a:path extrusionOk="0" h="1574" w="1841">
                  <a:moveTo>
                    <a:pt x="1059" y="0"/>
                  </a:moveTo>
                  <a:cubicBezTo>
                    <a:pt x="354" y="0"/>
                    <a:pt x="1" y="845"/>
                    <a:pt x="492" y="1336"/>
                  </a:cubicBezTo>
                  <a:cubicBezTo>
                    <a:pt x="656" y="1500"/>
                    <a:pt x="856" y="1573"/>
                    <a:pt x="1051" y="1573"/>
                  </a:cubicBezTo>
                  <a:cubicBezTo>
                    <a:pt x="1456" y="1573"/>
                    <a:pt x="1841" y="1258"/>
                    <a:pt x="1841" y="782"/>
                  </a:cubicBezTo>
                  <a:cubicBezTo>
                    <a:pt x="1841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2"/>
            <p:cNvSpPr/>
            <p:nvPr/>
          </p:nvSpPr>
          <p:spPr>
            <a:xfrm>
              <a:off x="5209475" y="1350400"/>
              <a:ext cx="39725" cy="39725"/>
            </a:xfrm>
            <a:custGeom>
              <a:rect b="b" l="l" r="r" t="t"/>
              <a:pathLst>
                <a:path extrusionOk="0" h="1589" w="1589">
                  <a:moveTo>
                    <a:pt x="794" y="1"/>
                  </a:moveTo>
                  <a:cubicBezTo>
                    <a:pt x="353" y="1"/>
                    <a:pt x="0" y="354"/>
                    <a:pt x="0" y="795"/>
                  </a:cubicBezTo>
                  <a:cubicBezTo>
                    <a:pt x="0" y="1223"/>
                    <a:pt x="353" y="1589"/>
                    <a:pt x="794" y="1589"/>
                  </a:cubicBezTo>
                  <a:cubicBezTo>
                    <a:pt x="1235" y="1589"/>
                    <a:pt x="1588" y="1223"/>
                    <a:pt x="1588" y="795"/>
                  </a:cubicBezTo>
                  <a:cubicBezTo>
                    <a:pt x="1588" y="354"/>
                    <a:pt x="1235" y="1"/>
                    <a:pt x="7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2"/>
            <p:cNvSpPr/>
            <p:nvPr/>
          </p:nvSpPr>
          <p:spPr>
            <a:xfrm>
              <a:off x="5173875" y="124897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0"/>
                  </a:moveTo>
                  <a:cubicBezTo>
                    <a:pt x="353" y="0"/>
                    <a:pt x="0" y="845"/>
                    <a:pt x="505" y="1349"/>
                  </a:cubicBezTo>
                  <a:cubicBezTo>
                    <a:pt x="663" y="1507"/>
                    <a:pt x="858" y="1578"/>
                    <a:pt x="1049" y="1578"/>
                  </a:cubicBezTo>
                  <a:cubicBezTo>
                    <a:pt x="1452" y="1578"/>
                    <a:pt x="1840" y="1264"/>
                    <a:pt x="1840" y="794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2"/>
            <p:cNvSpPr/>
            <p:nvPr/>
          </p:nvSpPr>
          <p:spPr>
            <a:xfrm>
              <a:off x="5352500" y="938375"/>
              <a:ext cx="46000" cy="39500"/>
            </a:xfrm>
            <a:custGeom>
              <a:rect b="b" l="l" r="r" t="t"/>
              <a:pathLst>
                <a:path extrusionOk="0" h="1580" w="1840">
                  <a:moveTo>
                    <a:pt x="1059" y="0"/>
                  </a:moveTo>
                  <a:cubicBezTo>
                    <a:pt x="353" y="0"/>
                    <a:pt x="0" y="857"/>
                    <a:pt x="504" y="1348"/>
                  </a:cubicBezTo>
                  <a:cubicBezTo>
                    <a:pt x="664" y="1508"/>
                    <a:pt x="861" y="1580"/>
                    <a:pt x="1054" y="1580"/>
                  </a:cubicBezTo>
                  <a:cubicBezTo>
                    <a:pt x="1455" y="1580"/>
                    <a:pt x="1840" y="1270"/>
                    <a:pt x="1840" y="794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2"/>
            <p:cNvSpPr/>
            <p:nvPr/>
          </p:nvSpPr>
          <p:spPr>
            <a:xfrm>
              <a:off x="5722650" y="1358275"/>
              <a:ext cx="46000" cy="39525"/>
            </a:xfrm>
            <a:custGeom>
              <a:rect b="b" l="l" r="r" t="t"/>
              <a:pathLst>
                <a:path extrusionOk="0" h="1581" w="1840">
                  <a:moveTo>
                    <a:pt x="1046" y="1"/>
                  </a:moveTo>
                  <a:cubicBezTo>
                    <a:pt x="353" y="1"/>
                    <a:pt x="0" y="858"/>
                    <a:pt x="492" y="1349"/>
                  </a:cubicBezTo>
                  <a:cubicBezTo>
                    <a:pt x="655" y="1509"/>
                    <a:pt x="855" y="1581"/>
                    <a:pt x="1050" y="1581"/>
                  </a:cubicBezTo>
                  <a:cubicBezTo>
                    <a:pt x="1455" y="1581"/>
                    <a:pt x="1840" y="1271"/>
                    <a:pt x="1840" y="795"/>
                  </a:cubicBezTo>
                  <a:cubicBezTo>
                    <a:pt x="1840" y="354"/>
                    <a:pt x="1487" y="1"/>
                    <a:pt x="10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2"/>
            <p:cNvSpPr/>
            <p:nvPr/>
          </p:nvSpPr>
          <p:spPr>
            <a:xfrm>
              <a:off x="5859350" y="1157300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1"/>
                  </a:moveTo>
                  <a:cubicBezTo>
                    <a:pt x="354" y="1"/>
                    <a:pt x="1" y="845"/>
                    <a:pt x="492" y="1349"/>
                  </a:cubicBezTo>
                  <a:cubicBezTo>
                    <a:pt x="655" y="1507"/>
                    <a:pt x="852" y="1578"/>
                    <a:pt x="1046" y="1578"/>
                  </a:cubicBezTo>
                  <a:cubicBezTo>
                    <a:pt x="1453" y="1578"/>
                    <a:pt x="1841" y="1264"/>
                    <a:pt x="1841" y="794"/>
                  </a:cubicBezTo>
                  <a:cubicBezTo>
                    <a:pt x="1841" y="353"/>
                    <a:pt x="1488" y="1"/>
                    <a:pt x="10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2"/>
            <p:cNvSpPr/>
            <p:nvPr/>
          </p:nvSpPr>
          <p:spPr>
            <a:xfrm>
              <a:off x="6131225" y="1060900"/>
              <a:ext cx="46025" cy="39350"/>
            </a:xfrm>
            <a:custGeom>
              <a:rect b="b" l="l" r="r" t="t"/>
              <a:pathLst>
                <a:path extrusionOk="0" h="1574" w="1841">
                  <a:moveTo>
                    <a:pt x="1059" y="1"/>
                  </a:moveTo>
                  <a:cubicBezTo>
                    <a:pt x="353" y="1"/>
                    <a:pt x="1" y="845"/>
                    <a:pt x="492" y="1336"/>
                  </a:cubicBezTo>
                  <a:cubicBezTo>
                    <a:pt x="656" y="1500"/>
                    <a:pt x="856" y="1574"/>
                    <a:pt x="1051" y="1574"/>
                  </a:cubicBezTo>
                  <a:cubicBezTo>
                    <a:pt x="1456" y="1574"/>
                    <a:pt x="1840" y="1258"/>
                    <a:pt x="1840" y="782"/>
                  </a:cubicBezTo>
                  <a:cubicBezTo>
                    <a:pt x="1840" y="341"/>
                    <a:pt x="1487" y="1"/>
                    <a:pt x="10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2"/>
            <p:cNvSpPr/>
            <p:nvPr/>
          </p:nvSpPr>
          <p:spPr>
            <a:xfrm>
              <a:off x="6358050" y="914425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59" y="0"/>
                  </a:moveTo>
                  <a:cubicBezTo>
                    <a:pt x="353" y="0"/>
                    <a:pt x="0" y="845"/>
                    <a:pt x="504" y="1336"/>
                  </a:cubicBezTo>
                  <a:cubicBezTo>
                    <a:pt x="664" y="1500"/>
                    <a:pt x="861" y="1573"/>
                    <a:pt x="1054" y="1573"/>
                  </a:cubicBezTo>
                  <a:cubicBezTo>
                    <a:pt x="1455" y="1573"/>
                    <a:pt x="1840" y="1258"/>
                    <a:pt x="1840" y="782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2"/>
            <p:cNvSpPr/>
            <p:nvPr/>
          </p:nvSpPr>
          <p:spPr>
            <a:xfrm>
              <a:off x="6510200" y="112832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46" y="0"/>
                  </a:moveTo>
                  <a:cubicBezTo>
                    <a:pt x="353" y="0"/>
                    <a:pt x="0" y="845"/>
                    <a:pt x="492" y="1349"/>
                  </a:cubicBezTo>
                  <a:cubicBezTo>
                    <a:pt x="650" y="1507"/>
                    <a:pt x="846" y="1578"/>
                    <a:pt x="1039" y="1578"/>
                  </a:cubicBezTo>
                  <a:cubicBezTo>
                    <a:pt x="1446" y="1578"/>
                    <a:pt x="1840" y="1264"/>
                    <a:pt x="1840" y="794"/>
                  </a:cubicBezTo>
                  <a:cubicBezTo>
                    <a:pt x="1840" y="353"/>
                    <a:pt x="1487" y="0"/>
                    <a:pt x="1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2"/>
            <p:cNvSpPr/>
            <p:nvPr/>
          </p:nvSpPr>
          <p:spPr>
            <a:xfrm>
              <a:off x="6708025" y="1051150"/>
              <a:ext cx="46025" cy="39425"/>
            </a:xfrm>
            <a:custGeom>
              <a:rect b="b" l="l" r="r" t="t"/>
              <a:pathLst>
                <a:path extrusionOk="0" h="1577" w="1841">
                  <a:moveTo>
                    <a:pt x="1059" y="0"/>
                  </a:moveTo>
                  <a:cubicBezTo>
                    <a:pt x="354" y="0"/>
                    <a:pt x="1" y="844"/>
                    <a:pt x="492" y="1348"/>
                  </a:cubicBezTo>
                  <a:cubicBezTo>
                    <a:pt x="654" y="1506"/>
                    <a:pt x="851" y="1577"/>
                    <a:pt x="1044" y="1577"/>
                  </a:cubicBezTo>
                  <a:cubicBezTo>
                    <a:pt x="1451" y="1577"/>
                    <a:pt x="1840" y="1260"/>
                    <a:pt x="1840" y="781"/>
                  </a:cubicBezTo>
                  <a:cubicBezTo>
                    <a:pt x="1840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2"/>
            <p:cNvSpPr/>
            <p:nvPr/>
          </p:nvSpPr>
          <p:spPr>
            <a:xfrm>
              <a:off x="7033125" y="124487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47" y="1"/>
                  </a:moveTo>
                  <a:cubicBezTo>
                    <a:pt x="341" y="1"/>
                    <a:pt x="1" y="858"/>
                    <a:pt x="492" y="1349"/>
                  </a:cubicBezTo>
                  <a:cubicBezTo>
                    <a:pt x="651" y="1507"/>
                    <a:pt x="847" y="1578"/>
                    <a:pt x="1040" y="1578"/>
                  </a:cubicBezTo>
                  <a:cubicBezTo>
                    <a:pt x="1447" y="1578"/>
                    <a:pt x="1841" y="1264"/>
                    <a:pt x="1841" y="795"/>
                  </a:cubicBezTo>
                  <a:cubicBezTo>
                    <a:pt x="1841" y="353"/>
                    <a:pt x="1488" y="1"/>
                    <a:pt x="10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2"/>
            <p:cNvSpPr/>
            <p:nvPr/>
          </p:nvSpPr>
          <p:spPr>
            <a:xfrm>
              <a:off x="4898850" y="1313550"/>
              <a:ext cx="46025" cy="39350"/>
            </a:xfrm>
            <a:custGeom>
              <a:rect b="b" l="l" r="r" t="t"/>
              <a:pathLst>
                <a:path extrusionOk="0" h="1574" w="1841">
                  <a:moveTo>
                    <a:pt x="1059" y="1"/>
                  </a:moveTo>
                  <a:cubicBezTo>
                    <a:pt x="354" y="1"/>
                    <a:pt x="1" y="845"/>
                    <a:pt x="492" y="1336"/>
                  </a:cubicBezTo>
                  <a:cubicBezTo>
                    <a:pt x="656" y="1500"/>
                    <a:pt x="856" y="1574"/>
                    <a:pt x="1051" y="1574"/>
                  </a:cubicBezTo>
                  <a:cubicBezTo>
                    <a:pt x="1456" y="1574"/>
                    <a:pt x="1841" y="1258"/>
                    <a:pt x="1841" y="782"/>
                  </a:cubicBezTo>
                  <a:cubicBezTo>
                    <a:pt x="1841" y="341"/>
                    <a:pt x="1488" y="1"/>
                    <a:pt x="10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2"/>
            <p:cNvSpPr/>
            <p:nvPr/>
          </p:nvSpPr>
          <p:spPr>
            <a:xfrm>
              <a:off x="5551575" y="1234800"/>
              <a:ext cx="46025" cy="39350"/>
            </a:xfrm>
            <a:custGeom>
              <a:rect b="b" l="l" r="r" t="t"/>
              <a:pathLst>
                <a:path extrusionOk="0" h="1574" w="1841">
                  <a:moveTo>
                    <a:pt x="1059" y="0"/>
                  </a:moveTo>
                  <a:cubicBezTo>
                    <a:pt x="354" y="0"/>
                    <a:pt x="1" y="845"/>
                    <a:pt x="505" y="1336"/>
                  </a:cubicBezTo>
                  <a:cubicBezTo>
                    <a:pt x="665" y="1500"/>
                    <a:pt x="862" y="1573"/>
                    <a:pt x="1055" y="1573"/>
                  </a:cubicBezTo>
                  <a:cubicBezTo>
                    <a:pt x="1456" y="1573"/>
                    <a:pt x="1841" y="1258"/>
                    <a:pt x="1841" y="782"/>
                  </a:cubicBezTo>
                  <a:cubicBezTo>
                    <a:pt x="1841" y="341"/>
                    <a:pt x="1488" y="0"/>
                    <a:pt x="10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2"/>
            <p:cNvSpPr/>
            <p:nvPr/>
          </p:nvSpPr>
          <p:spPr>
            <a:xfrm>
              <a:off x="5887400" y="907725"/>
              <a:ext cx="45075" cy="39575"/>
            </a:xfrm>
            <a:custGeom>
              <a:rect b="b" l="l" r="r" t="t"/>
              <a:pathLst>
                <a:path extrusionOk="0" h="1583" w="1803">
                  <a:moveTo>
                    <a:pt x="896" y="1"/>
                  </a:moveTo>
                  <a:cubicBezTo>
                    <a:pt x="589" y="1"/>
                    <a:pt x="299" y="182"/>
                    <a:pt x="177" y="483"/>
                  </a:cubicBezTo>
                  <a:cubicBezTo>
                    <a:pt x="0" y="886"/>
                    <a:pt x="189" y="1352"/>
                    <a:pt x="593" y="1516"/>
                  </a:cubicBezTo>
                  <a:cubicBezTo>
                    <a:pt x="695" y="1561"/>
                    <a:pt x="802" y="1582"/>
                    <a:pt x="907" y="1582"/>
                  </a:cubicBezTo>
                  <a:cubicBezTo>
                    <a:pt x="1215" y="1582"/>
                    <a:pt x="1507" y="1400"/>
                    <a:pt x="1639" y="1100"/>
                  </a:cubicBezTo>
                  <a:cubicBezTo>
                    <a:pt x="1802" y="697"/>
                    <a:pt x="1613" y="231"/>
                    <a:pt x="1210" y="67"/>
                  </a:cubicBezTo>
                  <a:cubicBezTo>
                    <a:pt x="1107" y="22"/>
                    <a:pt x="1001" y="1"/>
                    <a:pt x="8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2"/>
            <p:cNvSpPr/>
            <p:nvPr/>
          </p:nvSpPr>
          <p:spPr>
            <a:xfrm>
              <a:off x="6166200" y="1209275"/>
              <a:ext cx="39700" cy="39725"/>
            </a:xfrm>
            <a:custGeom>
              <a:rect b="b" l="l" r="r" t="t"/>
              <a:pathLst>
                <a:path extrusionOk="0" h="1589" w="1588">
                  <a:moveTo>
                    <a:pt x="794" y="1"/>
                  </a:moveTo>
                  <a:cubicBezTo>
                    <a:pt x="366" y="1"/>
                    <a:pt x="0" y="354"/>
                    <a:pt x="0" y="795"/>
                  </a:cubicBezTo>
                  <a:cubicBezTo>
                    <a:pt x="0" y="1223"/>
                    <a:pt x="366" y="1588"/>
                    <a:pt x="794" y="1588"/>
                  </a:cubicBezTo>
                  <a:cubicBezTo>
                    <a:pt x="1235" y="1588"/>
                    <a:pt x="1588" y="1223"/>
                    <a:pt x="1588" y="795"/>
                  </a:cubicBezTo>
                  <a:cubicBezTo>
                    <a:pt x="1588" y="354"/>
                    <a:pt x="1235" y="1"/>
                    <a:pt x="7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2"/>
            <p:cNvSpPr/>
            <p:nvPr/>
          </p:nvSpPr>
          <p:spPr>
            <a:xfrm>
              <a:off x="6373800" y="1380650"/>
              <a:ext cx="39700" cy="39400"/>
            </a:xfrm>
            <a:custGeom>
              <a:rect b="b" l="l" r="r" t="t"/>
              <a:pathLst>
                <a:path extrusionOk="0" h="1576" w="1588">
                  <a:moveTo>
                    <a:pt x="794" y="1"/>
                  </a:moveTo>
                  <a:cubicBezTo>
                    <a:pt x="353" y="1"/>
                    <a:pt x="0" y="353"/>
                    <a:pt x="0" y="794"/>
                  </a:cubicBezTo>
                  <a:cubicBezTo>
                    <a:pt x="0" y="1223"/>
                    <a:pt x="353" y="1576"/>
                    <a:pt x="794" y="1576"/>
                  </a:cubicBezTo>
                  <a:cubicBezTo>
                    <a:pt x="1235" y="1576"/>
                    <a:pt x="1588" y="1223"/>
                    <a:pt x="1588" y="794"/>
                  </a:cubicBezTo>
                  <a:cubicBezTo>
                    <a:pt x="1588" y="353"/>
                    <a:pt x="1235" y="1"/>
                    <a:pt x="7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2"/>
            <p:cNvSpPr/>
            <p:nvPr/>
          </p:nvSpPr>
          <p:spPr>
            <a:xfrm>
              <a:off x="6594950" y="1344425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59" y="1"/>
                  </a:moveTo>
                  <a:cubicBezTo>
                    <a:pt x="353" y="1"/>
                    <a:pt x="0" y="845"/>
                    <a:pt x="491" y="1336"/>
                  </a:cubicBezTo>
                  <a:cubicBezTo>
                    <a:pt x="655" y="1500"/>
                    <a:pt x="855" y="1573"/>
                    <a:pt x="1050" y="1573"/>
                  </a:cubicBezTo>
                  <a:cubicBezTo>
                    <a:pt x="1455" y="1573"/>
                    <a:pt x="1840" y="1258"/>
                    <a:pt x="1840" y="782"/>
                  </a:cubicBezTo>
                  <a:cubicBezTo>
                    <a:pt x="1840" y="353"/>
                    <a:pt x="1487" y="1"/>
                    <a:pt x="10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2"/>
            <p:cNvSpPr/>
            <p:nvPr/>
          </p:nvSpPr>
          <p:spPr>
            <a:xfrm>
              <a:off x="6731025" y="1382850"/>
              <a:ext cx="46025" cy="39475"/>
            </a:xfrm>
            <a:custGeom>
              <a:rect b="b" l="l" r="r" t="t"/>
              <a:pathLst>
                <a:path extrusionOk="0" h="1579" w="1841">
                  <a:moveTo>
                    <a:pt x="1059" y="1"/>
                  </a:moveTo>
                  <a:cubicBezTo>
                    <a:pt x="353" y="1"/>
                    <a:pt x="1" y="858"/>
                    <a:pt x="505" y="1349"/>
                  </a:cubicBezTo>
                  <a:cubicBezTo>
                    <a:pt x="663" y="1507"/>
                    <a:pt x="858" y="1578"/>
                    <a:pt x="1049" y="1578"/>
                  </a:cubicBezTo>
                  <a:cubicBezTo>
                    <a:pt x="1452" y="1578"/>
                    <a:pt x="1840" y="1265"/>
                    <a:pt x="1840" y="795"/>
                  </a:cubicBezTo>
                  <a:cubicBezTo>
                    <a:pt x="1840" y="354"/>
                    <a:pt x="1488" y="1"/>
                    <a:pt x="10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2"/>
            <p:cNvSpPr/>
            <p:nvPr/>
          </p:nvSpPr>
          <p:spPr>
            <a:xfrm>
              <a:off x="6891700" y="1116350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46" y="1"/>
                  </a:moveTo>
                  <a:cubicBezTo>
                    <a:pt x="353" y="1"/>
                    <a:pt x="0" y="845"/>
                    <a:pt x="491" y="1336"/>
                  </a:cubicBezTo>
                  <a:cubicBezTo>
                    <a:pt x="651" y="1500"/>
                    <a:pt x="850" y="1573"/>
                    <a:pt x="1045" y="1573"/>
                  </a:cubicBezTo>
                  <a:cubicBezTo>
                    <a:pt x="1450" y="1573"/>
                    <a:pt x="1840" y="1258"/>
                    <a:pt x="1840" y="782"/>
                  </a:cubicBezTo>
                  <a:cubicBezTo>
                    <a:pt x="1840" y="353"/>
                    <a:pt x="1487" y="1"/>
                    <a:pt x="10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2"/>
            <p:cNvSpPr/>
            <p:nvPr/>
          </p:nvSpPr>
          <p:spPr>
            <a:xfrm>
              <a:off x="7059275" y="1035400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0"/>
                  </a:moveTo>
                  <a:cubicBezTo>
                    <a:pt x="354" y="0"/>
                    <a:pt x="1" y="844"/>
                    <a:pt x="505" y="1348"/>
                  </a:cubicBezTo>
                  <a:cubicBezTo>
                    <a:pt x="663" y="1507"/>
                    <a:pt x="858" y="1577"/>
                    <a:pt x="1049" y="1577"/>
                  </a:cubicBezTo>
                  <a:cubicBezTo>
                    <a:pt x="1452" y="1577"/>
                    <a:pt x="1840" y="1264"/>
                    <a:pt x="1840" y="794"/>
                  </a:cubicBezTo>
                  <a:cubicBezTo>
                    <a:pt x="1840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2"/>
            <p:cNvSpPr/>
            <p:nvPr/>
          </p:nvSpPr>
          <p:spPr>
            <a:xfrm>
              <a:off x="4708275" y="856450"/>
              <a:ext cx="2575650" cy="667875"/>
            </a:xfrm>
            <a:custGeom>
              <a:rect b="b" l="l" r="r" t="t"/>
              <a:pathLst>
                <a:path extrusionOk="0" h="26715" w="103026">
                  <a:moveTo>
                    <a:pt x="55432" y="1"/>
                  </a:moveTo>
                  <a:lnTo>
                    <a:pt x="46271" y="7952"/>
                  </a:lnTo>
                  <a:lnTo>
                    <a:pt x="35938" y="5507"/>
                  </a:lnTo>
                  <a:lnTo>
                    <a:pt x="35913" y="5507"/>
                  </a:lnTo>
                  <a:lnTo>
                    <a:pt x="27294" y="11934"/>
                  </a:lnTo>
                  <a:lnTo>
                    <a:pt x="16382" y="6188"/>
                  </a:lnTo>
                  <a:lnTo>
                    <a:pt x="11480" y="23287"/>
                  </a:lnTo>
                  <a:lnTo>
                    <a:pt x="0" y="26526"/>
                  </a:lnTo>
                  <a:lnTo>
                    <a:pt x="38" y="26664"/>
                  </a:lnTo>
                  <a:lnTo>
                    <a:pt x="11593" y="23401"/>
                  </a:lnTo>
                  <a:lnTo>
                    <a:pt x="16470" y="6389"/>
                  </a:lnTo>
                  <a:lnTo>
                    <a:pt x="27306" y="12098"/>
                  </a:lnTo>
                  <a:lnTo>
                    <a:pt x="35938" y="5659"/>
                  </a:lnTo>
                  <a:lnTo>
                    <a:pt x="46309" y="8103"/>
                  </a:lnTo>
                  <a:lnTo>
                    <a:pt x="55419" y="215"/>
                  </a:lnTo>
                  <a:lnTo>
                    <a:pt x="64958" y="12186"/>
                  </a:lnTo>
                  <a:lnTo>
                    <a:pt x="64970" y="12211"/>
                  </a:lnTo>
                  <a:lnTo>
                    <a:pt x="79663" y="15815"/>
                  </a:lnTo>
                  <a:lnTo>
                    <a:pt x="79714" y="15827"/>
                  </a:lnTo>
                  <a:lnTo>
                    <a:pt x="87186" y="5293"/>
                  </a:lnTo>
                  <a:lnTo>
                    <a:pt x="90815" y="19368"/>
                  </a:lnTo>
                  <a:lnTo>
                    <a:pt x="90815" y="19394"/>
                  </a:lnTo>
                  <a:lnTo>
                    <a:pt x="102950" y="26715"/>
                  </a:lnTo>
                  <a:lnTo>
                    <a:pt x="103025" y="26589"/>
                  </a:lnTo>
                  <a:lnTo>
                    <a:pt x="90941" y="19305"/>
                  </a:lnTo>
                  <a:lnTo>
                    <a:pt x="87249" y="4966"/>
                  </a:lnTo>
                  <a:lnTo>
                    <a:pt x="79651" y="15664"/>
                  </a:lnTo>
                  <a:lnTo>
                    <a:pt x="65046" y="12085"/>
                  </a:lnTo>
                  <a:lnTo>
                    <a:pt x="5543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2"/>
            <p:cNvSpPr/>
            <p:nvPr/>
          </p:nvSpPr>
          <p:spPr>
            <a:xfrm>
              <a:off x="4558950" y="1523350"/>
              <a:ext cx="2813800" cy="3825"/>
            </a:xfrm>
            <a:custGeom>
              <a:rect b="b" l="l" r="r" t="t"/>
              <a:pathLst>
                <a:path extrusionOk="0" h="153" w="112552">
                  <a:moveTo>
                    <a:pt x="1" y="1"/>
                  </a:moveTo>
                  <a:lnTo>
                    <a:pt x="1" y="152"/>
                  </a:lnTo>
                  <a:lnTo>
                    <a:pt x="112552" y="152"/>
                  </a:lnTo>
                  <a:lnTo>
                    <a:pt x="11255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2"/>
            <p:cNvSpPr/>
            <p:nvPr/>
          </p:nvSpPr>
          <p:spPr>
            <a:xfrm>
              <a:off x="4967225" y="141877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0"/>
                  </a:moveTo>
                  <a:cubicBezTo>
                    <a:pt x="353" y="0"/>
                    <a:pt x="0" y="845"/>
                    <a:pt x="492" y="1349"/>
                  </a:cubicBezTo>
                  <a:cubicBezTo>
                    <a:pt x="654" y="1506"/>
                    <a:pt x="850" y="1577"/>
                    <a:pt x="1043" y="1577"/>
                  </a:cubicBezTo>
                  <a:cubicBezTo>
                    <a:pt x="1451" y="1577"/>
                    <a:pt x="1840" y="1261"/>
                    <a:pt x="1840" y="782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2"/>
            <p:cNvSpPr/>
            <p:nvPr/>
          </p:nvSpPr>
          <p:spPr>
            <a:xfrm>
              <a:off x="5101172" y="992325"/>
              <a:ext cx="42875" cy="39850"/>
            </a:xfrm>
            <a:custGeom>
              <a:rect b="b" l="l" r="r" t="t"/>
              <a:pathLst>
                <a:path extrusionOk="0" h="1594" w="1715">
                  <a:moveTo>
                    <a:pt x="849" y="1"/>
                  </a:moveTo>
                  <a:cubicBezTo>
                    <a:pt x="810" y="1"/>
                    <a:pt x="771" y="4"/>
                    <a:pt x="731" y="9"/>
                  </a:cubicBezTo>
                  <a:cubicBezTo>
                    <a:pt x="290" y="85"/>
                    <a:pt x="1" y="488"/>
                    <a:pt x="76" y="917"/>
                  </a:cubicBezTo>
                  <a:cubicBezTo>
                    <a:pt x="133" y="1317"/>
                    <a:pt x="482" y="1593"/>
                    <a:pt x="866" y="1593"/>
                  </a:cubicBezTo>
                  <a:cubicBezTo>
                    <a:pt x="905" y="1593"/>
                    <a:pt x="944" y="1590"/>
                    <a:pt x="983" y="1584"/>
                  </a:cubicBezTo>
                  <a:cubicBezTo>
                    <a:pt x="1412" y="1509"/>
                    <a:pt x="1714" y="1106"/>
                    <a:pt x="1639" y="665"/>
                  </a:cubicBezTo>
                  <a:cubicBezTo>
                    <a:pt x="1581" y="276"/>
                    <a:pt x="1233" y="1"/>
                    <a:pt x="8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2"/>
            <p:cNvSpPr/>
            <p:nvPr/>
          </p:nvSpPr>
          <p:spPr>
            <a:xfrm>
              <a:off x="5364775" y="1136200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46" y="0"/>
                  </a:moveTo>
                  <a:cubicBezTo>
                    <a:pt x="353" y="0"/>
                    <a:pt x="1" y="845"/>
                    <a:pt x="492" y="1349"/>
                  </a:cubicBezTo>
                  <a:cubicBezTo>
                    <a:pt x="654" y="1507"/>
                    <a:pt x="852" y="1578"/>
                    <a:pt x="1045" y="1578"/>
                  </a:cubicBezTo>
                  <a:cubicBezTo>
                    <a:pt x="1452" y="1578"/>
                    <a:pt x="1840" y="1264"/>
                    <a:pt x="1840" y="794"/>
                  </a:cubicBezTo>
                  <a:cubicBezTo>
                    <a:pt x="1840" y="353"/>
                    <a:pt x="1488" y="0"/>
                    <a:pt x="10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2"/>
            <p:cNvSpPr/>
            <p:nvPr/>
          </p:nvSpPr>
          <p:spPr>
            <a:xfrm>
              <a:off x="5581825" y="976800"/>
              <a:ext cx="46025" cy="39525"/>
            </a:xfrm>
            <a:custGeom>
              <a:rect b="b" l="l" r="r" t="t"/>
              <a:pathLst>
                <a:path extrusionOk="0" h="1581" w="1841">
                  <a:moveTo>
                    <a:pt x="1059" y="0"/>
                  </a:moveTo>
                  <a:cubicBezTo>
                    <a:pt x="353" y="0"/>
                    <a:pt x="1" y="857"/>
                    <a:pt x="505" y="1349"/>
                  </a:cubicBezTo>
                  <a:cubicBezTo>
                    <a:pt x="664" y="1508"/>
                    <a:pt x="861" y="1580"/>
                    <a:pt x="1055" y="1580"/>
                  </a:cubicBezTo>
                  <a:cubicBezTo>
                    <a:pt x="1456" y="1580"/>
                    <a:pt x="1840" y="1270"/>
                    <a:pt x="1840" y="794"/>
                  </a:cubicBezTo>
                  <a:cubicBezTo>
                    <a:pt x="1840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2"/>
            <p:cNvSpPr/>
            <p:nvPr/>
          </p:nvSpPr>
          <p:spPr>
            <a:xfrm>
              <a:off x="5838875" y="103602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0"/>
                  </a:moveTo>
                  <a:cubicBezTo>
                    <a:pt x="354" y="0"/>
                    <a:pt x="1" y="845"/>
                    <a:pt x="492" y="1349"/>
                  </a:cubicBezTo>
                  <a:cubicBezTo>
                    <a:pt x="655" y="1507"/>
                    <a:pt x="852" y="1578"/>
                    <a:pt x="1046" y="1578"/>
                  </a:cubicBezTo>
                  <a:cubicBezTo>
                    <a:pt x="1453" y="1578"/>
                    <a:pt x="1841" y="1264"/>
                    <a:pt x="1841" y="794"/>
                  </a:cubicBezTo>
                  <a:cubicBezTo>
                    <a:pt x="1841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2"/>
            <p:cNvSpPr/>
            <p:nvPr/>
          </p:nvSpPr>
          <p:spPr>
            <a:xfrm>
              <a:off x="6316150" y="1138400"/>
              <a:ext cx="39700" cy="39400"/>
            </a:xfrm>
            <a:custGeom>
              <a:rect b="b" l="l" r="r" t="t"/>
              <a:pathLst>
                <a:path extrusionOk="0" h="1576" w="1588">
                  <a:moveTo>
                    <a:pt x="794" y="1"/>
                  </a:moveTo>
                  <a:cubicBezTo>
                    <a:pt x="353" y="1"/>
                    <a:pt x="0" y="353"/>
                    <a:pt x="0" y="782"/>
                  </a:cubicBezTo>
                  <a:cubicBezTo>
                    <a:pt x="0" y="1223"/>
                    <a:pt x="353" y="1576"/>
                    <a:pt x="794" y="1576"/>
                  </a:cubicBezTo>
                  <a:cubicBezTo>
                    <a:pt x="1235" y="1576"/>
                    <a:pt x="1588" y="1223"/>
                    <a:pt x="1588" y="782"/>
                  </a:cubicBezTo>
                  <a:cubicBezTo>
                    <a:pt x="1588" y="353"/>
                    <a:pt x="1235" y="1"/>
                    <a:pt x="7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2"/>
            <p:cNvSpPr/>
            <p:nvPr/>
          </p:nvSpPr>
          <p:spPr>
            <a:xfrm>
              <a:off x="6675275" y="1230075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46" y="0"/>
                  </a:moveTo>
                  <a:cubicBezTo>
                    <a:pt x="353" y="0"/>
                    <a:pt x="0" y="845"/>
                    <a:pt x="492" y="1336"/>
                  </a:cubicBezTo>
                  <a:cubicBezTo>
                    <a:pt x="656" y="1500"/>
                    <a:pt x="856" y="1573"/>
                    <a:pt x="1051" y="1573"/>
                  </a:cubicBezTo>
                  <a:cubicBezTo>
                    <a:pt x="1456" y="1573"/>
                    <a:pt x="1840" y="1258"/>
                    <a:pt x="1840" y="782"/>
                  </a:cubicBezTo>
                  <a:cubicBezTo>
                    <a:pt x="1840" y="353"/>
                    <a:pt x="1487" y="0"/>
                    <a:pt x="10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2"/>
            <p:cNvSpPr/>
            <p:nvPr/>
          </p:nvSpPr>
          <p:spPr>
            <a:xfrm>
              <a:off x="6863325" y="967025"/>
              <a:ext cx="46350" cy="39350"/>
            </a:xfrm>
            <a:custGeom>
              <a:rect b="b" l="l" r="r" t="t"/>
              <a:pathLst>
                <a:path extrusionOk="0" h="1574" w="1854">
                  <a:moveTo>
                    <a:pt x="1059" y="1"/>
                  </a:moveTo>
                  <a:cubicBezTo>
                    <a:pt x="354" y="1"/>
                    <a:pt x="1" y="845"/>
                    <a:pt x="505" y="1336"/>
                  </a:cubicBezTo>
                  <a:cubicBezTo>
                    <a:pt x="665" y="1500"/>
                    <a:pt x="863" y="1574"/>
                    <a:pt x="1058" y="1574"/>
                  </a:cubicBezTo>
                  <a:cubicBezTo>
                    <a:pt x="1463" y="1574"/>
                    <a:pt x="1853" y="1258"/>
                    <a:pt x="1853" y="782"/>
                  </a:cubicBezTo>
                  <a:cubicBezTo>
                    <a:pt x="1853" y="341"/>
                    <a:pt x="1500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2"/>
            <p:cNvSpPr/>
            <p:nvPr/>
          </p:nvSpPr>
          <p:spPr>
            <a:xfrm>
              <a:off x="6956275" y="1323000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59" y="1"/>
                  </a:moveTo>
                  <a:cubicBezTo>
                    <a:pt x="353" y="1"/>
                    <a:pt x="0" y="845"/>
                    <a:pt x="504" y="1336"/>
                  </a:cubicBezTo>
                  <a:cubicBezTo>
                    <a:pt x="664" y="1500"/>
                    <a:pt x="861" y="1574"/>
                    <a:pt x="1055" y="1574"/>
                  </a:cubicBezTo>
                  <a:cubicBezTo>
                    <a:pt x="1456" y="1574"/>
                    <a:pt x="1840" y="1258"/>
                    <a:pt x="1840" y="782"/>
                  </a:cubicBezTo>
                  <a:cubicBezTo>
                    <a:pt x="1840" y="354"/>
                    <a:pt x="1487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"/>
          <p:cNvSpPr txBox="1"/>
          <p:nvPr>
            <p:ph idx="1" type="subTitle"/>
          </p:nvPr>
        </p:nvSpPr>
        <p:spPr>
          <a:xfrm>
            <a:off x="6429027" y="3829680"/>
            <a:ext cx="2428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59" name="Google Shape;259;p13"/>
          <p:cNvSpPr/>
          <p:nvPr/>
        </p:nvSpPr>
        <p:spPr>
          <a:xfrm>
            <a:off x="7647375" y="94960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3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3"/>
          <p:cNvSpPr/>
          <p:nvPr/>
        </p:nvSpPr>
        <p:spPr>
          <a:xfrm>
            <a:off x="6099342" y="-150600"/>
            <a:ext cx="96045" cy="95462"/>
          </a:xfrm>
          <a:custGeom>
            <a:rect b="b" l="l" r="r" t="t"/>
            <a:pathLst>
              <a:path extrusionOk="0" h="3109" w="3128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285750" y="4542650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439150" y="480340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"/>
          <p:cNvSpPr txBox="1"/>
          <p:nvPr>
            <p:ph type="ctrTitle"/>
          </p:nvPr>
        </p:nvSpPr>
        <p:spPr>
          <a:xfrm>
            <a:off x="970814" y="3396800"/>
            <a:ext cx="21525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  <p:sp>
        <p:nvSpPr>
          <p:cNvPr id="270" name="Google Shape;270;p13"/>
          <p:cNvSpPr txBox="1"/>
          <p:nvPr>
            <p:ph idx="2" type="subTitle"/>
          </p:nvPr>
        </p:nvSpPr>
        <p:spPr>
          <a:xfrm>
            <a:off x="970814" y="3829680"/>
            <a:ext cx="2428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71" name="Google Shape;271;p13"/>
          <p:cNvSpPr txBox="1"/>
          <p:nvPr>
            <p:ph hasCustomPrompt="1" idx="3" type="title"/>
          </p:nvPr>
        </p:nvSpPr>
        <p:spPr>
          <a:xfrm>
            <a:off x="970814" y="2645887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72" name="Google Shape;272;p13"/>
          <p:cNvSpPr txBox="1"/>
          <p:nvPr>
            <p:ph idx="4" type="ctrTitle"/>
          </p:nvPr>
        </p:nvSpPr>
        <p:spPr>
          <a:xfrm>
            <a:off x="3690348" y="3396800"/>
            <a:ext cx="1386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  <p:sp>
        <p:nvSpPr>
          <p:cNvPr id="273" name="Google Shape;273;p13"/>
          <p:cNvSpPr txBox="1"/>
          <p:nvPr>
            <p:ph idx="5" type="subTitle"/>
          </p:nvPr>
        </p:nvSpPr>
        <p:spPr>
          <a:xfrm>
            <a:off x="3690341" y="3829680"/>
            <a:ext cx="2428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74" name="Google Shape;274;p13"/>
          <p:cNvSpPr txBox="1"/>
          <p:nvPr>
            <p:ph hasCustomPrompt="1" idx="6" type="title"/>
          </p:nvPr>
        </p:nvSpPr>
        <p:spPr>
          <a:xfrm>
            <a:off x="3690341" y="2645887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75" name="Google Shape;275;p13"/>
          <p:cNvSpPr txBox="1"/>
          <p:nvPr>
            <p:ph idx="7" type="ctrTitle"/>
          </p:nvPr>
        </p:nvSpPr>
        <p:spPr>
          <a:xfrm>
            <a:off x="618825" y="411675"/>
            <a:ext cx="4576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276" name="Google Shape;276;p13"/>
          <p:cNvSpPr txBox="1"/>
          <p:nvPr>
            <p:ph idx="8" type="ctrTitle"/>
          </p:nvPr>
        </p:nvSpPr>
        <p:spPr>
          <a:xfrm>
            <a:off x="6428436" y="3377738"/>
            <a:ext cx="2251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  <p:sp>
        <p:nvSpPr>
          <p:cNvPr id="277" name="Google Shape;277;p13"/>
          <p:cNvSpPr txBox="1"/>
          <p:nvPr>
            <p:ph hasCustomPrompt="1" idx="9" type="title"/>
          </p:nvPr>
        </p:nvSpPr>
        <p:spPr>
          <a:xfrm>
            <a:off x="6428436" y="2645887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78" name="Google Shape;278;p13"/>
          <p:cNvSpPr txBox="1"/>
          <p:nvPr>
            <p:ph idx="13" type="ctrTitle"/>
          </p:nvPr>
        </p:nvSpPr>
        <p:spPr>
          <a:xfrm>
            <a:off x="6429027" y="3396800"/>
            <a:ext cx="2251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"/>
          <p:cNvSpPr txBox="1"/>
          <p:nvPr>
            <p:ph type="ctrTitle"/>
          </p:nvPr>
        </p:nvSpPr>
        <p:spPr>
          <a:xfrm>
            <a:off x="4696481" y="1365079"/>
            <a:ext cx="26556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281" name="Google Shape;281;p14"/>
          <p:cNvSpPr txBox="1"/>
          <p:nvPr>
            <p:ph idx="1" type="subTitle"/>
          </p:nvPr>
        </p:nvSpPr>
        <p:spPr>
          <a:xfrm>
            <a:off x="4696481" y="1835141"/>
            <a:ext cx="3039300" cy="9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82" name="Google Shape;282;p14"/>
          <p:cNvSpPr txBox="1"/>
          <p:nvPr>
            <p:ph idx="2" type="ctrTitle"/>
          </p:nvPr>
        </p:nvSpPr>
        <p:spPr>
          <a:xfrm>
            <a:off x="1900150" y="3127942"/>
            <a:ext cx="24729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283" name="Google Shape;283;p14"/>
          <p:cNvSpPr txBox="1"/>
          <p:nvPr>
            <p:ph idx="3" type="subTitle"/>
          </p:nvPr>
        </p:nvSpPr>
        <p:spPr>
          <a:xfrm>
            <a:off x="1333875" y="3598390"/>
            <a:ext cx="3039300" cy="11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84" name="Google Shape;284;p14"/>
          <p:cNvSpPr/>
          <p:nvPr/>
        </p:nvSpPr>
        <p:spPr>
          <a:xfrm>
            <a:off x="7131388" y="36535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4"/>
          <p:cNvSpPr/>
          <p:nvPr/>
        </p:nvSpPr>
        <p:spPr>
          <a:xfrm>
            <a:off x="8403188" y="2183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4"/>
          <p:cNvSpPr/>
          <p:nvPr/>
        </p:nvSpPr>
        <p:spPr>
          <a:xfrm>
            <a:off x="7776788" y="3625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4"/>
          <p:cNvSpPr/>
          <p:nvPr/>
        </p:nvSpPr>
        <p:spPr>
          <a:xfrm>
            <a:off x="8539438" y="5409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8" name="Google Shape;288;p14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289" name="Google Shape;289;p14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4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1" name="Google Shape;291;p14"/>
          <p:cNvSpPr/>
          <p:nvPr/>
        </p:nvSpPr>
        <p:spPr>
          <a:xfrm>
            <a:off x="318213" y="44189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4"/>
          <p:cNvSpPr/>
          <p:nvPr/>
        </p:nvSpPr>
        <p:spPr>
          <a:xfrm>
            <a:off x="454463" y="47414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4"/>
          <p:cNvSpPr txBox="1"/>
          <p:nvPr>
            <p:ph idx="4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_1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"/>
          <p:cNvSpPr/>
          <p:nvPr/>
        </p:nvSpPr>
        <p:spPr>
          <a:xfrm>
            <a:off x="7131388" y="36535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5"/>
          <p:cNvSpPr/>
          <p:nvPr/>
        </p:nvSpPr>
        <p:spPr>
          <a:xfrm>
            <a:off x="8403188" y="2183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5"/>
          <p:cNvSpPr/>
          <p:nvPr/>
        </p:nvSpPr>
        <p:spPr>
          <a:xfrm>
            <a:off x="7776788" y="3625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5"/>
          <p:cNvSpPr/>
          <p:nvPr/>
        </p:nvSpPr>
        <p:spPr>
          <a:xfrm>
            <a:off x="8539438" y="5409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9" name="Google Shape;299;p15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300" name="Google Shape;300;p15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5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2" name="Google Shape;302;p15"/>
          <p:cNvSpPr/>
          <p:nvPr/>
        </p:nvSpPr>
        <p:spPr>
          <a:xfrm>
            <a:off x="318213" y="44189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5"/>
          <p:cNvSpPr/>
          <p:nvPr/>
        </p:nvSpPr>
        <p:spPr>
          <a:xfrm>
            <a:off x="454463" y="47414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5"/>
          <p:cNvSpPr txBox="1"/>
          <p:nvPr>
            <p:ph type="ctrTitle"/>
          </p:nvPr>
        </p:nvSpPr>
        <p:spPr>
          <a:xfrm>
            <a:off x="891226" y="1267450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05" name="Google Shape;305;p15"/>
          <p:cNvSpPr txBox="1"/>
          <p:nvPr>
            <p:ph idx="1" type="subTitle"/>
          </p:nvPr>
        </p:nvSpPr>
        <p:spPr>
          <a:xfrm>
            <a:off x="891226" y="3491100"/>
            <a:ext cx="18813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06" name="Google Shape;306;p15"/>
          <p:cNvSpPr txBox="1"/>
          <p:nvPr>
            <p:ph idx="2" type="ctrTitle"/>
          </p:nvPr>
        </p:nvSpPr>
        <p:spPr>
          <a:xfrm>
            <a:off x="3503173" y="1267450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07" name="Google Shape;307;p15"/>
          <p:cNvSpPr txBox="1"/>
          <p:nvPr>
            <p:ph idx="3" type="subTitle"/>
          </p:nvPr>
        </p:nvSpPr>
        <p:spPr>
          <a:xfrm>
            <a:off x="3503173" y="3491100"/>
            <a:ext cx="18813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08" name="Google Shape;308;p15"/>
          <p:cNvSpPr txBox="1"/>
          <p:nvPr>
            <p:ph idx="4" type="ctrTitle"/>
          </p:nvPr>
        </p:nvSpPr>
        <p:spPr>
          <a:xfrm>
            <a:off x="6124594" y="1267450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09" name="Google Shape;309;p15"/>
          <p:cNvSpPr txBox="1"/>
          <p:nvPr>
            <p:ph idx="5" type="subTitle"/>
          </p:nvPr>
        </p:nvSpPr>
        <p:spPr>
          <a:xfrm>
            <a:off x="6124594" y="3491100"/>
            <a:ext cx="18813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0" name="Google Shape;310;p15"/>
          <p:cNvSpPr txBox="1"/>
          <p:nvPr>
            <p:ph idx="6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_1_1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6"/>
          <p:cNvSpPr txBox="1"/>
          <p:nvPr>
            <p:ph type="ctrTitle"/>
          </p:nvPr>
        </p:nvSpPr>
        <p:spPr>
          <a:xfrm>
            <a:off x="1121525" y="23022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13" name="Google Shape;313;p16"/>
          <p:cNvSpPr txBox="1"/>
          <p:nvPr>
            <p:ph idx="1" type="subTitle"/>
          </p:nvPr>
        </p:nvSpPr>
        <p:spPr>
          <a:xfrm>
            <a:off x="961925" y="1643751"/>
            <a:ext cx="22005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4" name="Google Shape;314;p16"/>
          <p:cNvSpPr txBox="1"/>
          <p:nvPr>
            <p:ph idx="2" type="ctrTitle"/>
          </p:nvPr>
        </p:nvSpPr>
        <p:spPr>
          <a:xfrm>
            <a:off x="3628263" y="23022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15" name="Google Shape;315;p16"/>
          <p:cNvSpPr txBox="1"/>
          <p:nvPr>
            <p:ph idx="3" type="subTitle"/>
          </p:nvPr>
        </p:nvSpPr>
        <p:spPr>
          <a:xfrm>
            <a:off x="3468663" y="1643759"/>
            <a:ext cx="22005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6" name="Google Shape;316;p16"/>
          <p:cNvSpPr txBox="1"/>
          <p:nvPr>
            <p:ph idx="4" type="ctrTitle"/>
          </p:nvPr>
        </p:nvSpPr>
        <p:spPr>
          <a:xfrm>
            <a:off x="6142624" y="23022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17" name="Google Shape;317;p16"/>
          <p:cNvSpPr txBox="1"/>
          <p:nvPr>
            <p:ph idx="5" type="subTitle"/>
          </p:nvPr>
        </p:nvSpPr>
        <p:spPr>
          <a:xfrm>
            <a:off x="5947924" y="1643751"/>
            <a:ext cx="22707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8" name="Google Shape;318;p16"/>
          <p:cNvSpPr txBox="1"/>
          <p:nvPr>
            <p:ph idx="6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319" name="Google Shape;319;p16"/>
          <p:cNvSpPr txBox="1"/>
          <p:nvPr>
            <p:ph idx="7" type="ctrTitle"/>
          </p:nvPr>
        </p:nvSpPr>
        <p:spPr>
          <a:xfrm>
            <a:off x="1121525" y="41348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20" name="Google Shape;320;p16"/>
          <p:cNvSpPr txBox="1"/>
          <p:nvPr>
            <p:ph idx="8" type="subTitle"/>
          </p:nvPr>
        </p:nvSpPr>
        <p:spPr>
          <a:xfrm>
            <a:off x="961925" y="3479251"/>
            <a:ext cx="22005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9" type="ctrTitle"/>
          </p:nvPr>
        </p:nvSpPr>
        <p:spPr>
          <a:xfrm>
            <a:off x="3628263" y="41348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13" type="subTitle"/>
          </p:nvPr>
        </p:nvSpPr>
        <p:spPr>
          <a:xfrm>
            <a:off x="3533613" y="3479251"/>
            <a:ext cx="20706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14" type="ctrTitle"/>
          </p:nvPr>
        </p:nvSpPr>
        <p:spPr>
          <a:xfrm>
            <a:off x="6142624" y="41348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15" type="subTitle"/>
          </p:nvPr>
        </p:nvSpPr>
        <p:spPr>
          <a:xfrm>
            <a:off x="5947924" y="3479251"/>
            <a:ext cx="22707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5" name="Google Shape;325;p16"/>
          <p:cNvSpPr/>
          <p:nvPr/>
        </p:nvSpPr>
        <p:spPr>
          <a:xfrm>
            <a:off x="7573050" y="27737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6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6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6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6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6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6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6"/>
          <p:cNvSpPr/>
          <p:nvPr/>
        </p:nvSpPr>
        <p:spPr>
          <a:xfrm>
            <a:off x="303600" y="44017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6"/>
          <p:cNvSpPr/>
          <p:nvPr/>
        </p:nvSpPr>
        <p:spPr>
          <a:xfrm>
            <a:off x="564075" y="475390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2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7"/>
          <p:cNvSpPr txBox="1"/>
          <p:nvPr>
            <p:ph type="ctrTitle"/>
          </p:nvPr>
        </p:nvSpPr>
        <p:spPr>
          <a:xfrm>
            <a:off x="1218541" y="1373195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36" name="Google Shape;336;p17"/>
          <p:cNvSpPr txBox="1"/>
          <p:nvPr>
            <p:ph idx="1" type="subTitle"/>
          </p:nvPr>
        </p:nvSpPr>
        <p:spPr>
          <a:xfrm>
            <a:off x="1218541" y="1865495"/>
            <a:ext cx="18813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37" name="Google Shape;337;p17"/>
          <p:cNvSpPr txBox="1"/>
          <p:nvPr>
            <p:ph idx="2" type="ctrTitle"/>
          </p:nvPr>
        </p:nvSpPr>
        <p:spPr>
          <a:xfrm>
            <a:off x="6054555" y="1373195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38" name="Google Shape;338;p17"/>
          <p:cNvSpPr txBox="1"/>
          <p:nvPr>
            <p:ph idx="3" type="subTitle"/>
          </p:nvPr>
        </p:nvSpPr>
        <p:spPr>
          <a:xfrm>
            <a:off x="6054555" y="1865495"/>
            <a:ext cx="18813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39" name="Google Shape;339;p17"/>
          <p:cNvSpPr txBox="1"/>
          <p:nvPr>
            <p:ph idx="4" type="ctrTitle"/>
          </p:nvPr>
        </p:nvSpPr>
        <p:spPr>
          <a:xfrm>
            <a:off x="1218541" y="2778806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40" name="Google Shape;340;p17"/>
          <p:cNvSpPr txBox="1"/>
          <p:nvPr>
            <p:ph idx="5" type="subTitle"/>
          </p:nvPr>
        </p:nvSpPr>
        <p:spPr>
          <a:xfrm>
            <a:off x="1116841" y="3271106"/>
            <a:ext cx="20847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1" name="Google Shape;341;p17"/>
          <p:cNvSpPr txBox="1"/>
          <p:nvPr>
            <p:ph idx="6" type="ctrTitle"/>
          </p:nvPr>
        </p:nvSpPr>
        <p:spPr>
          <a:xfrm>
            <a:off x="6054555" y="2778806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42" name="Google Shape;342;p17"/>
          <p:cNvSpPr txBox="1"/>
          <p:nvPr>
            <p:ph idx="7" type="subTitle"/>
          </p:nvPr>
        </p:nvSpPr>
        <p:spPr>
          <a:xfrm>
            <a:off x="6054555" y="3271106"/>
            <a:ext cx="18813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8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344" name="Google Shape;344;p17"/>
          <p:cNvSpPr/>
          <p:nvPr/>
        </p:nvSpPr>
        <p:spPr>
          <a:xfrm>
            <a:off x="7647375" y="94960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7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7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7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7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7"/>
          <p:cNvSpPr/>
          <p:nvPr/>
        </p:nvSpPr>
        <p:spPr>
          <a:xfrm>
            <a:off x="6099342" y="-150600"/>
            <a:ext cx="96045" cy="95462"/>
          </a:xfrm>
          <a:custGeom>
            <a:rect b="b" l="l" r="r" t="t"/>
            <a:pathLst>
              <a:path extrusionOk="0" h="3109" w="3128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7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7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7"/>
          <p:cNvSpPr/>
          <p:nvPr/>
        </p:nvSpPr>
        <p:spPr>
          <a:xfrm>
            <a:off x="303600" y="44017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7"/>
          <p:cNvSpPr/>
          <p:nvPr/>
        </p:nvSpPr>
        <p:spPr>
          <a:xfrm>
            <a:off x="816650" y="4612675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2_1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8"/>
          <p:cNvSpPr txBox="1"/>
          <p:nvPr>
            <p:ph type="ctrTitle"/>
          </p:nvPr>
        </p:nvSpPr>
        <p:spPr>
          <a:xfrm>
            <a:off x="915161" y="2299544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6" name="Google Shape;356;p18"/>
          <p:cNvSpPr txBox="1"/>
          <p:nvPr>
            <p:ph idx="1" type="subTitle"/>
          </p:nvPr>
        </p:nvSpPr>
        <p:spPr>
          <a:xfrm>
            <a:off x="879139" y="1777397"/>
            <a:ext cx="19173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7" name="Google Shape;357;p18"/>
          <p:cNvSpPr txBox="1"/>
          <p:nvPr>
            <p:ph idx="2" type="ctrTitle"/>
          </p:nvPr>
        </p:nvSpPr>
        <p:spPr>
          <a:xfrm>
            <a:off x="6345518" y="2299544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8" name="Google Shape;358;p18"/>
          <p:cNvSpPr txBox="1"/>
          <p:nvPr>
            <p:ph idx="3" type="subTitle"/>
          </p:nvPr>
        </p:nvSpPr>
        <p:spPr>
          <a:xfrm>
            <a:off x="6345518" y="1777397"/>
            <a:ext cx="18813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9" name="Google Shape;359;p18"/>
          <p:cNvSpPr txBox="1"/>
          <p:nvPr>
            <p:ph idx="4" type="ctrTitle"/>
          </p:nvPr>
        </p:nvSpPr>
        <p:spPr>
          <a:xfrm>
            <a:off x="915161" y="2861525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0" name="Google Shape;360;p18"/>
          <p:cNvSpPr txBox="1"/>
          <p:nvPr>
            <p:ph idx="5" type="subTitle"/>
          </p:nvPr>
        </p:nvSpPr>
        <p:spPr>
          <a:xfrm>
            <a:off x="915161" y="3353275"/>
            <a:ext cx="18813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1" name="Google Shape;361;p18"/>
          <p:cNvSpPr txBox="1"/>
          <p:nvPr>
            <p:ph idx="6" type="ctrTitle"/>
          </p:nvPr>
        </p:nvSpPr>
        <p:spPr>
          <a:xfrm>
            <a:off x="6345518" y="2861525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2" name="Google Shape;362;p18"/>
          <p:cNvSpPr txBox="1"/>
          <p:nvPr>
            <p:ph idx="7" type="subTitle"/>
          </p:nvPr>
        </p:nvSpPr>
        <p:spPr>
          <a:xfrm>
            <a:off x="6345518" y="3353275"/>
            <a:ext cx="16566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3" name="Google Shape;363;p18"/>
          <p:cNvSpPr txBox="1"/>
          <p:nvPr>
            <p:ph idx="8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364" name="Google Shape;364;p18"/>
          <p:cNvSpPr/>
          <p:nvPr/>
        </p:nvSpPr>
        <p:spPr>
          <a:xfrm>
            <a:off x="7647375" y="94960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8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8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8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8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8"/>
          <p:cNvSpPr/>
          <p:nvPr/>
        </p:nvSpPr>
        <p:spPr>
          <a:xfrm>
            <a:off x="6099342" y="-150600"/>
            <a:ext cx="96045" cy="95462"/>
          </a:xfrm>
          <a:custGeom>
            <a:rect b="b" l="l" r="r" t="t"/>
            <a:pathLst>
              <a:path extrusionOk="0" h="3109" w="3128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8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8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8"/>
          <p:cNvSpPr/>
          <p:nvPr/>
        </p:nvSpPr>
        <p:spPr>
          <a:xfrm>
            <a:off x="303600" y="44017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8"/>
          <p:cNvSpPr/>
          <p:nvPr/>
        </p:nvSpPr>
        <p:spPr>
          <a:xfrm>
            <a:off x="816650" y="4612675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9"/>
          <p:cNvSpPr txBox="1"/>
          <p:nvPr>
            <p:ph type="title"/>
          </p:nvPr>
        </p:nvSpPr>
        <p:spPr>
          <a:xfrm>
            <a:off x="2471150" y="1830075"/>
            <a:ext cx="3823200" cy="112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7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6" name="Google Shape;376;p19"/>
          <p:cNvSpPr txBox="1"/>
          <p:nvPr>
            <p:ph idx="1" type="subTitle"/>
          </p:nvPr>
        </p:nvSpPr>
        <p:spPr>
          <a:xfrm>
            <a:off x="2902550" y="540000"/>
            <a:ext cx="2960400" cy="13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7" name="Google Shape;377;p19"/>
          <p:cNvSpPr txBox="1"/>
          <p:nvPr/>
        </p:nvSpPr>
        <p:spPr>
          <a:xfrm>
            <a:off x="2289500" y="3592806"/>
            <a:ext cx="4186500" cy="93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CREDITS: This presentation template was created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, including icons by </a:t>
            </a:r>
            <a:r>
              <a:rPr lang="en" sz="1000">
                <a:solidFill>
                  <a:schemeClr val="accent2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, and infographics &amp; images by </a:t>
            </a:r>
            <a:r>
              <a:rPr lang="en" sz="1000">
                <a:solidFill>
                  <a:schemeClr val="accent3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000">
              <a:solidFill>
                <a:schemeClr val="accent3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78" name="Google Shape;378;p19"/>
          <p:cNvSpPr/>
          <p:nvPr/>
        </p:nvSpPr>
        <p:spPr>
          <a:xfrm>
            <a:off x="858247" y="1380669"/>
            <a:ext cx="130760" cy="131015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9"/>
          <p:cNvSpPr/>
          <p:nvPr/>
        </p:nvSpPr>
        <p:spPr>
          <a:xfrm>
            <a:off x="1802448" y="4340187"/>
            <a:ext cx="131015" cy="131015"/>
          </a:xfrm>
          <a:custGeom>
            <a:rect b="b" l="l" r="r" t="t"/>
            <a:pathLst>
              <a:path extrusionOk="0" h="4634" w="4634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9"/>
          <p:cNvSpPr/>
          <p:nvPr/>
        </p:nvSpPr>
        <p:spPr>
          <a:xfrm>
            <a:off x="7196621" y="809541"/>
            <a:ext cx="131015" cy="131015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9"/>
          <p:cNvSpPr/>
          <p:nvPr/>
        </p:nvSpPr>
        <p:spPr>
          <a:xfrm>
            <a:off x="7826485" y="4005523"/>
            <a:ext cx="105796" cy="106050"/>
          </a:xfrm>
          <a:custGeom>
            <a:rect b="b" l="l" r="r" t="t"/>
            <a:pathLst>
              <a:path extrusionOk="0" fill="none" h="3751" w="3742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cap="flat" cmpd="sng" w="2975">
            <a:solidFill>
              <a:schemeClr val="accent1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9"/>
          <p:cNvSpPr/>
          <p:nvPr/>
        </p:nvSpPr>
        <p:spPr>
          <a:xfrm>
            <a:off x="6669747" y="3108456"/>
            <a:ext cx="62397" cy="62397"/>
          </a:xfrm>
          <a:custGeom>
            <a:rect b="b" l="l" r="r" t="t"/>
            <a:pathLst>
              <a:path extrusionOk="0" fill="none" h="2207" w="2207">
                <a:moveTo>
                  <a:pt x="0" y="1"/>
                </a:moveTo>
                <a:lnTo>
                  <a:pt x="2206" y="1"/>
                </a:lnTo>
                <a:lnTo>
                  <a:pt x="2206" y="2207"/>
                </a:lnTo>
                <a:lnTo>
                  <a:pt x="0" y="2207"/>
                </a:lnTo>
                <a:close/>
              </a:path>
            </a:pathLst>
          </a:custGeom>
          <a:noFill/>
          <a:ln cap="flat" cmpd="sng" w="1375">
            <a:solidFill>
              <a:schemeClr val="accent1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9"/>
          <p:cNvSpPr/>
          <p:nvPr/>
        </p:nvSpPr>
        <p:spPr>
          <a:xfrm>
            <a:off x="2127273" y="2530788"/>
            <a:ext cx="112298" cy="112553"/>
          </a:xfrm>
          <a:custGeom>
            <a:rect b="b" l="l" r="r" t="t"/>
            <a:pathLst>
              <a:path extrusionOk="0" fill="none" h="3981" w="3972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cap="flat" cmpd="sng" w="2975">
            <a:solidFill>
              <a:schemeClr val="accent2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9"/>
          <p:cNvSpPr/>
          <p:nvPr/>
        </p:nvSpPr>
        <p:spPr>
          <a:xfrm>
            <a:off x="7418926" y="3240515"/>
            <a:ext cx="112298" cy="112553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9"/>
          <p:cNvSpPr/>
          <p:nvPr/>
        </p:nvSpPr>
        <p:spPr>
          <a:xfrm>
            <a:off x="7751274" y="1218584"/>
            <a:ext cx="86853" cy="86825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6" name="Google Shape;386;p19"/>
          <p:cNvGrpSpPr/>
          <p:nvPr/>
        </p:nvGrpSpPr>
        <p:grpSpPr>
          <a:xfrm>
            <a:off x="6669747" y="-389684"/>
            <a:ext cx="143766" cy="2106420"/>
            <a:chOff x="6780548" y="337714"/>
            <a:chExt cx="133252" cy="1952377"/>
          </a:xfrm>
        </p:grpSpPr>
        <p:sp>
          <p:nvSpPr>
            <p:cNvPr id="387" name="Google Shape;387;p19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9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9" name="Google Shape;389;p19"/>
          <p:cNvGrpSpPr/>
          <p:nvPr/>
        </p:nvGrpSpPr>
        <p:grpSpPr>
          <a:xfrm>
            <a:off x="1510029" y="507749"/>
            <a:ext cx="203534" cy="2663107"/>
            <a:chOff x="250617" y="2402301"/>
            <a:chExt cx="188650" cy="2468354"/>
          </a:xfrm>
        </p:grpSpPr>
        <p:sp>
          <p:nvSpPr>
            <p:cNvPr id="390" name="Google Shape;390;p19"/>
            <p:cNvSpPr/>
            <p:nvPr/>
          </p:nvSpPr>
          <p:spPr>
            <a:xfrm>
              <a:off x="250617" y="4681770"/>
              <a:ext cx="188650" cy="188886"/>
            </a:xfrm>
            <a:custGeom>
              <a:rect b="b" l="l" r="r" t="t"/>
              <a:pathLst>
                <a:path extrusionOk="0" fill="none" h="7208" w="7199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cap="flat" cmpd="sng" w="5750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9"/>
            <p:cNvSpPr/>
            <p:nvPr/>
          </p:nvSpPr>
          <p:spPr>
            <a:xfrm>
              <a:off x="278316" y="4166291"/>
              <a:ext cx="133226" cy="133226"/>
            </a:xfrm>
            <a:custGeom>
              <a:rect b="b" l="l" r="r" t="t"/>
              <a:pathLst>
                <a:path extrusionOk="0" fill="none" h="5084" w="5084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9"/>
            <p:cNvSpPr/>
            <p:nvPr/>
          </p:nvSpPr>
          <p:spPr>
            <a:xfrm>
              <a:off x="304573" y="3689098"/>
              <a:ext cx="80476" cy="80476"/>
            </a:xfrm>
            <a:custGeom>
              <a:rect b="b" l="l" r="r" t="t"/>
              <a:pathLst>
                <a:path extrusionOk="0" fill="none" h="3071" w="3071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cap="flat" cmpd="sng" w="25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9"/>
            <p:cNvSpPr/>
            <p:nvPr/>
          </p:nvSpPr>
          <p:spPr>
            <a:xfrm>
              <a:off x="340710" y="2402301"/>
              <a:ext cx="8464" cy="1011487"/>
            </a:xfrm>
            <a:custGeom>
              <a:rect b="b" l="l" r="r" t="t"/>
              <a:pathLst>
                <a:path extrusionOk="0" h="38599" w="323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4" name="Google Shape;394;p19"/>
          <p:cNvGrpSpPr/>
          <p:nvPr/>
        </p:nvGrpSpPr>
        <p:grpSpPr>
          <a:xfrm>
            <a:off x="385355" y="1380671"/>
            <a:ext cx="199237" cy="2828935"/>
            <a:chOff x="1608717" y="1280046"/>
            <a:chExt cx="199237" cy="2828935"/>
          </a:xfrm>
        </p:grpSpPr>
        <p:sp>
          <p:nvSpPr>
            <p:cNvPr id="395" name="Google Shape;395;p19"/>
            <p:cNvSpPr/>
            <p:nvPr/>
          </p:nvSpPr>
          <p:spPr>
            <a:xfrm>
              <a:off x="1608717" y="3909744"/>
              <a:ext cx="199237" cy="199237"/>
            </a:xfrm>
            <a:custGeom>
              <a:rect b="b" l="l" r="r" t="t"/>
              <a:pathLst>
                <a:path extrusionOk="0" h="7603" w="7603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9"/>
            <p:cNvSpPr/>
            <p:nvPr/>
          </p:nvSpPr>
          <p:spPr>
            <a:xfrm>
              <a:off x="1656175" y="3269477"/>
              <a:ext cx="104086" cy="104086"/>
            </a:xfrm>
            <a:custGeom>
              <a:rect b="b" l="l" r="r" t="t"/>
              <a:pathLst>
                <a:path extrusionOk="0" h="3972" w="3972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9"/>
            <p:cNvSpPr/>
            <p:nvPr/>
          </p:nvSpPr>
          <p:spPr>
            <a:xfrm>
              <a:off x="1704104" y="1280046"/>
              <a:ext cx="8464" cy="1794099"/>
            </a:xfrm>
            <a:custGeom>
              <a:rect b="b" l="l" r="r" t="t"/>
              <a:pathLst>
                <a:path extrusionOk="0" h="68464" w="323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8" name="Google Shape;398;p19"/>
          <p:cNvSpPr/>
          <p:nvPr/>
        </p:nvSpPr>
        <p:spPr>
          <a:xfrm>
            <a:off x="1050592" y="3209646"/>
            <a:ext cx="9132" cy="2718457"/>
          </a:xfrm>
          <a:custGeom>
            <a:rect b="b" l="l" r="r" t="t"/>
            <a:pathLst>
              <a:path extrusionOk="0" h="96152" w="323">
                <a:moveTo>
                  <a:pt x="166" y="1"/>
                </a:moveTo>
                <a:lnTo>
                  <a:pt x="1" y="96151"/>
                </a:lnTo>
                <a:lnTo>
                  <a:pt x="322" y="96151"/>
                </a:lnTo>
                <a:lnTo>
                  <a:pt x="16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9"/>
          <p:cNvSpPr/>
          <p:nvPr/>
        </p:nvSpPr>
        <p:spPr>
          <a:xfrm>
            <a:off x="7090326" y="2590809"/>
            <a:ext cx="9132" cy="1822361"/>
          </a:xfrm>
          <a:custGeom>
            <a:rect b="b" l="l" r="r" t="t"/>
            <a:pathLst>
              <a:path extrusionOk="0" h="64457" w="323">
                <a:moveTo>
                  <a:pt x="157" y="1"/>
                </a:moveTo>
                <a:lnTo>
                  <a:pt x="0" y="64456"/>
                </a:lnTo>
                <a:lnTo>
                  <a:pt x="322" y="64456"/>
                </a:lnTo>
                <a:lnTo>
                  <a:pt x="15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0" name="Google Shape;400;p19"/>
          <p:cNvGrpSpPr/>
          <p:nvPr/>
        </p:nvGrpSpPr>
        <p:grpSpPr>
          <a:xfrm>
            <a:off x="989005" y="-389666"/>
            <a:ext cx="62143" cy="897428"/>
            <a:chOff x="2038689" y="173907"/>
            <a:chExt cx="57599" cy="831799"/>
          </a:xfrm>
        </p:grpSpPr>
        <p:sp>
          <p:nvSpPr>
            <p:cNvPr id="401" name="Google Shape;401;p19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2975">
              <a:solidFill>
                <a:schemeClr val="accent2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9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3" name="Google Shape;403;p19"/>
          <p:cNvGrpSpPr/>
          <p:nvPr/>
        </p:nvGrpSpPr>
        <p:grpSpPr>
          <a:xfrm>
            <a:off x="8568723" y="2184809"/>
            <a:ext cx="214702" cy="2308597"/>
            <a:chOff x="8008096" y="2108910"/>
            <a:chExt cx="199001" cy="2139769"/>
          </a:xfrm>
        </p:grpSpPr>
        <p:sp>
          <p:nvSpPr>
            <p:cNvPr id="404" name="Google Shape;404;p19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9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6" name="Google Shape;406;p19"/>
          <p:cNvSpPr/>
          <p:nvPr/>
        </p:nvSpPr>
        <p:spPr>
          <a:xfrm>
            <a:off x="6423211" y="3192659"/>
            <a:ext cx="86853" cy="86825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7" name="Google Shape;407;p19"/>
          <p:cNvGrpSpPr/>
          <p:nvPr/>
        </p:nvGrpSpPr>
        <p:grpSpPr>
          <a:xfrm>
            <a:off x="8221223" y="9"/>
            <a:ext cx="214702" cy="2308597"/>
            <a:chOff x="8008096" y="2108910"/>
            <a:chExt cx="199001" cy="2139769"/>
          </a:xfrm>
        </p:grpSpPr>
        <p:sp>
          <p:nvSpPr>
            <p:cNvPr id="408" name="Google Shape;408;p19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9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">
  <p:cSld name="CUSTOM_4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0"/>
          <p:cNvSpPr txBox="1"/>
          <p:nvPr>
            <p:ph idx="1" type="body"/>
          </p:nvPr>
        </p:nvSpPr>
        <p:spPr>
          <a:xfrm>
            <a:off x="597375" y="1063525"/>
            <a:ext cx="3908700" cy="37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ivvic Light"/>
              <a:buChar char="●"/>
              <a:defRPr sz="1200"/>
            </a:lvl1pPr>
            <a:lvl2pPr indent="-292100" lvl="1" marL="9144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2pPr>
            <a:lvl3pPr indent="-292100" lvl="2" marL="13716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■"/>
              <a:defRPr/>
            </a:lvl3pPr>
            <a:lvl4pPr indent="-292100" lvl="3" marL="18288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●"/>
              <a:defRPr/>
            </a:lvl4pPr>
            <a:lvl5pPr indent="-292100" lvl="4" marL="22860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5pPr>
            <a:lvl6pPr indent="-292100" lvl="5" marL="27432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■"/>
              <a:defRPr/>
            </a:lvl6pPr>
            <a:lvl7pPr indent="-292100" lvl="6" marL="32004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●"/>
              <a:defRPr/>
            </a:lvl7pPr>
            <a:lvl8pPr indent="-292100" lvl="7" marL="36576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8pPr>
            <a:lvl9pPr indent="-292100" lvl="8" marL="4114800" rtl="0">
              <a:spcBef>
                <a:spcPts val="1600"/>
              </a:spcBef>
              <a:spcAft>
                <a:spcPts val="1600"/>
              </a:spcAft>
              <a:buSzPts val="1000"/>
              <a:buFont typeface="Nunito Light"/>
              <a:buChar char="■"/>
              <a:defRPr/>
            </a:lvl9pPr>
          </a:lstStyle>
          <a:p/>
        </p:txBody>
      </p:sp>
      <p:sp>
        <p:nvSpPr>
          <p:cNvPr id="412" name="Google Shape;412;p20"/>
          <p:cNvSpPr txBox="1"/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413" name="Google Shape;413;p20"/>
          <p:cNvSpPr txBox="1"/>
          <p:nvPr>
            <p:ph idx="2" type="body"/>
          </p:nvPr>
        </p:nvSpPr>
        <p:spPr>
          <a:xfrm>
            <a:off x="4690125" y="1063525"/>
            <a:ext cx="3908700" cy="37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5D37"/>
              </a:buClr>
              <a:buSzPts val="1000"/>
              <a:buFont typeface="Livvic Light"/>
              <a:buChar char="●"/>
              <a:defRPr sz="1200"/>
            </a:lvl1pPr>
            <a:lvl2pPr indent="-292100" lvl="1" marL="9144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○"/>
              <a:defRPr/>
            </a:lvl2pPr>
            <a:lvl3pPr indent="-292100" lvl="2" marL="13716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■"/>
              <a:defRPr/>
            </a:lvl3pPr>
            <a:lvl4pPr indent="-292100" lvl="3" marL="18288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●"/>
              <a:defRPr/>
            </a:lvl4pPr>
            <a:lvl5pPr indent="-292100" lvl="4" marL="22860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○"/>
              <a:defRPr/>
            </a:lvl5pPr>
            <a:lvl6pPr indent="-292100" lvl="5" marL="27432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■"/>
              <a:defRPr/>
            </a:lvl6pPr>
            <a:lvl7pPr indent="-292100" lvl="6" marL="32004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●"/>
              <a:defRPr/>
            </a:lvl7pPr>
            <a:lvl8pPr indent="-292100" lvl="7" marL="36576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○"/>
              <a:defRPr/>
            </a:lvl8pPr>
            <a:lvl9pPr indent="-292100" lvl="8" marL="4114800" rtl="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000"/>
              <a:buFont typeface="Nunito Light"/>
              <a:buChar char="■"/>
              <a:defRPr/>
            </a:lvl9pPr>
          </a:lstStyle>
          <a:p/>
        </p:txBody>
      </p:sp>
      <p:sp>
        <p:nvSpPr>
          <p:cNvPr id="414" name="Google Shape;414;p20"/>
          <p:cNvSpPr/>
          <p:nvPr/>
        </p:nvSpPr>
        <p:spPr>
          <a:xfrm>
            <a:off x="8829925" y="1123700"/>
            <a:ext cx="108650" cy="108625"/>
          </a:xfrm>
          <a:custGeom>
            <a:rect b="b" l="l" r="r" t="t"/>
            <a:pathLst>
              <a:path extrusionOk="0" h="4345" w="4346">
                <a:moveTo>
                  <a:pt x="4027" y="337"/>
                </a:moveTo>
                <a:lnTo>
                  <a:pt x="4027" y="4008"/>
                </a:lnTo>
                <a:lnTo>
                  <a:pt x="338" y="4008"/>
                </a:lnTo>
                <a:lnTo>
                  <a:pt x="338" y="337"/>
                </a:lnTo>
                <a:close/>
                <a:moveTo>
                  <a:pt x="1" y="0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0"/>
          <p:cNvSpPr/>
          <p:nvPr/>
        </p:nvSpPr>
        <p:spPr>
          <a:xfrm>
            <a:off x="9156250" y="1340450"/>
            <a:ext cx="111450" cy="110975"/>
          </a:xfrm>
          <a:custGeom>
            <a:rect b="b" l="l" r="r" t="t"/>
            <a:pathLst>
              <a:path extrusionOk="0" h="4439" w="4458">
                <a:moveTo>
                  <a:pt x="4008" y="431"/>
                </a:moveTo>
                <a:lnTo>
                  <a:pt x="4008" y="4008"/>
                </a:lnTo>
                <a:lnTo>
                  <a:pt x="431" y="4008"/>
                </a:lnTo>
                <a:lnTo>
                  <a:pt x="431" y="431"/>
                </a:lnTo>
                <a:close/>
                <a:moveTo>
                  <a:pt x="0" y="1"/>
                </a:moveTo>
                <a:lnTo>
                  <a:pt x="0" y="4439"/>
                </a:lnTo>
                <a:lnTo>
                  <a:pt x="4457" y="4439"/>
                </a:lnTo>
                <a:lnTo>
                  <a:pt x="4457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0"/>
          <p:cNvSpPr/>
          <p:nvPr/>
        </p:nvSpPr>
        <p:spPr>
          <a:xfrm>
            <a:off x="5809850" y="214400"/>
            <a:ext cx="108625" cy="108625"/>
          </a:xfrm>
          <a:custGeom>
            <a:rect b="b" l="l" r="r" t="t"/>
            <a:pathLst>
              <a:path extrusionOk="0" h="4345" w="4345">
                <a:moveTo>
                  <a:pt x="4008" y="337"/>
                </a:moveTo>
                <a:lnTo>
                  <a:pt x="4008" y="4008"/>
                </a:lnTo>
                <a:lnTo>
                  <a:pt x="337" y="4008"/>
                </a:lnTo>
                <a:lnTo>
                  <a:pt x="337" y="337"/>
                </a:lnTo>
                <a:close/>
                <a:moveTo>
                  <a:pt x="0" y="0"/>
                </a:moveTo>
                <a:lnTo>
                  <a:pt x="0" y="4345"/>
                </a:lnTo>
                <a:lnTo>
                  <a:pt x="4345" y="4345"/>
                </a:lnTo>
                <a:lnTo>
                  <a:pt x="434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0"/>
          <p:cNvSpPr/>
          <p:nvPr/>
        </p:nvSpPr>
        <p:spPr>
          <a:xfrm>
            <a:off x="7079800" y="420088"/>
            <a:ext cx="164825" cy="164375"/>
          </a:xfrm>
          <a:custGeom>
            <a:rect b="b" l="l" r="r" t="t"/>
            <a:pathLst>
              <a:path extrusionOk="0" h="6575" w="6593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0"/>
          <p:cNvSpPr/>
          <p:nvPr/>
        </p:nvSpPr>
        <p:spPr>
          <a:xfrm>
            <a:off x="7952700" y="278513"/>
            <a:ext cx="44975" cy="44500"/>
          </a:xfrm>
          <a:custGeom>
            <a:rect b="b" l="l" r="r" t="t"/>
            <a:pathLst>
              <a:path extrusionOk="0" h="1780" w="1799">
                <a:moveTo>
                  <a:pt x="1" y="1"/>
                </a:moveTo>
                <a:lnTo>
                  <a:pt x="1" y="1780"/>
                </a:lnTo>
                <a:lnTo>
                  <a:pt x="1798" y="1780"/>
                </a:lnTo>
                <a:lnTo>
                  <a:pt x="179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0"/>
          <p:cNvSpPr/>
          <p:nvPr/>
        </p:nvSpPr>
        <p:spPr>
          <a:xfrm>
            <a:off x="7372450" y="-69325"/>
            <a:ext cx="155925" cy="155925"/>
          </a:xfrm>
          <a:custGeom>
            <a:rect b="b" l="l" r="r" t="t"/>
            <a:pathLst>
              <a:path extrusionOk="0" h="6237" w="6237">
                <a:moveTo>
                  <a:pt x="0" y="0"/>
                </a:moveTo>
                <a:lnTo>
                  <a:pt x="0" y="6236"/>
                </a:lnTo>
                <a:lnTo>
                  <a:pt x="6236" y="6236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0"/>
          <p:cNvSpPr/>
          <p:nvPr/>
        </p:nvSpPr>
        <p:spPr>
          <a:xfrm>
            <a:off x="8464275" y="355050"/>
            <a:ext cx="155925" cy="156400"/>
          </a:xfrm>
          <a:custGeom>
            <a:rect b="b" l="l" r="r" t="t"/>
            <a:pathLst>
              <a:path extrusionOk="0" h="6256" w="6237">
                <a:moveTo>
                  <a:pt x="1" y="1"/>
                </a:moveTo>
                <a:lnTo>
                  <a:pt x="1" y="6256"/>
                </a:lnTo>
                <a:lnTo>
                  <a:pt x="6237" y="6256"/>
                </a:lnTo>
                <a:lnTo>
                  <a:pt x="623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0"/>
          <p:cNvSpPr/>
          <p:nvPr/>
        </p:nvSpPr>
        <p:spPr>
          <a:xfrm>
            <a:off x="7264275" y="607363"/>
            <a:ext cx="122675" cy="122675"/>
          </a:xfrm>
          <a:custGeom>
            <a:rect b="b" l="l" r="r" t="t"/>
            <a:pathLst>
              <a:path extrusionOk="0" h="4907" w="4907">
                <a:moveTo>
                  <a:pt x="0" y="1"/>
                </a:moveTo>
                <a:lnTo>
                  <a:pt x="0" y="4907"/>
                </a:lnTo>
                <a:lnTo>
                  <a:pt x="4907" y="4907"/>
                </a:lnTo>
                <a:lnTo>
                  <a:pt x="490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0"/>
          <p:cNvSpPr/>
          <p:nvPr/>
        </p:nvSpPr>
        <p:spPr>
          <a:xfrm>
            <a:off x="6298850" y="907625"/>
            <a:ext cx="155925" cy="155900"/>
          </a:xfrm>
          <a:custGeom>
            <a:rect b="b" l="l" r="r" t="t"/>
            <a:pathLst>
              <a:path extrusionOk="0" h="6236" w="6237">
                <a:moveTo>
                  <a:pt x="1" y="0"/>
                </a:moveTo>
                <a:lnTo>
                  <a:pt x="1" y="6236"/>
                </a:lnTo>
                <a:lnTo>
                  <a:pt x="6237" y="6236"/>
                </a:lnTo>
                <a:lnTo>
                  <a:pt x="623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0"/>
          <p:cNvSpPr/>
          <p:nvPr/>
        </p:nvSpPr>
        <p:spPr>
          <a:xfrm>
            <a:off x="-83000" y="4540463"/>
            <a:ext cx="164825" cy="164375"/>
          </a:xfrm>
          <a:custGeom>
            <a:rect b="b" l="l" r="r" t="t"/>
            <a:pathLst>
              <a:path extrusionOk="0" h="6575" w="6593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0"/>
          <p:cNvSpPr/>
          <p:nvPr/>
        </p:nvSpPr>
        <p:spPr>
          <a:xfrm>
            <a:off x="101475" y="4727738"/>
            <a:ext cx="122675" cy="122675"/>
          </a:xfrm>
          <a:custGeom>
            <a:rect b="b" l="l" r="r" t="t"/>
            <a:pathLst>
              <a:path extrusionOk="0" h="4907" w="4907">
                <a:moveTo>
                  <a:pt x="0" y="1"/>
                </a:moveTo>
                <a:lnTo>
                  <a:pt x="0" y="4907"/>
                </a:lnTo>
                <a:lnTo>
                  <a:pt x="4907" y="4907"/>
                </a:lnTo>
                <a:lnTo>
                  <a:pt x="490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5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ven Pro"/>
              <a:buChar char="●"/>
              <a:defRPr sz="18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3"/>
          <p:cNvSpPr txBox="1"/>
          <p:nvPr>
            <p:ph idx="1" type="subTitle"/>
          </p:nvPr>
        </p:nvSpPr>
        <p:spPr>
          <a:xfrm>
            <a:off x="2911900" y="2782475"/>
            <a:ext cx="3295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Clasificación de productos: Nuevos vs Usados</a:t>
            </a:r>
            <a:endParaRPr/>
          </a:p>
        </p:txBody>
      </p:sp>
      <p:sp>
        <p:nvSpPr>
          <p:cNvPr id="432" name="Google Shape;432;p23"/>
          <p:cNvSpPr txBox="1"/>
          <p:nvPr>
            <p:ph type="ctrTitle"/>
          </p:nvPr>
        </p:nvSpPr>
        <p:spPr>
          <a:xfrm>
            <a:off x="1561650" y="751888"/>
            <a:ext cx="60207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Análisis predictivo: Examen 3</a:t>
            </a:r>
            <a:endParaRPr/>
          </a:p>
        </p:txBody>
      </p:sp>
      <p:sp>
        <p:nvSpPr>
          <p:cNvPr id="433" name="Google Shape;433;p23"/>
          <p:cNvSpPr/>
          <p:nvPr/>
        </p:nvSpPr>
        <p:spPr>
          <a:xfrm>
            <a:off x="7047944" y="3537816"/>
            <a:ext cx="57834" cy="57834"/>
          </a:xfrm>
          <a:custGeom>
            <a:rect b="b" l="l" r="r" t="t"/>
            <a:pathLst>
              <a:path extrusionOk="0" fill="none" h="2207" w="2207">
                <a:moveTo>
                  <a:pt x="0" y="1"/>
                </a:moveTo>
                <a:lnTo>
                  <a:pt x="2206" y="1"/>
                </a:lnTo>
                <a:lnTo>
                  <a:pt x="2206" y="2207"/>
                </a:lnTo>
                <a:lnTo>
                  <a:pt x="0" y="2207"/>
                </a:lnTo>
                <a:close/>
              </a:path>
            </a:pathLst>
          </a:custGeom>
          <a:noFill/>
          <a:ln cap="flat" cmpd="sng" w="1375">
            <a:solidFill>
              <a:schemeClr val="accent1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3"/>
          <p:cNvSpPr/>
          <p:nvPr/>
        </p:nvSpPr>
        <p:spPr>
          <a:xfrm>
            <a:off x="2307882" y="3002386"/>
            <a:ext cx="104086" cy="104322"/>
          </a:xfrm>
          <a:custGeom>
            <a:rect b="b" l="l" r="r" t="t"/>
            <a:pathLst>
              <a:path extrusionOk="0" fill="none" h="3981" w="3972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cap="flat" cmpd="sng" w="2975">
            <a:solidFill>
              <a:schemeClr val="accent2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3"/>
          <p:cNvSpPr/>
          <p:nvPr/>
        </p:nvSpPr>
        <p:spPr>
          <a:xfrm>
            <a:off x="6293004" y="835609"/>
            <a:ext cx="80476" cy="80476"/>
          </a:xfrm>
          <a:custGeom>
            <a:rect b="b" l="l" r="r" t="t"/>
            <a:pathLst>
              <a:path extrusionOk="0" h="3071" w="3071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3"/>
          <p:cNvSpPr/>
          <p:nvPr/>
        </p:nvSpPr>
        <p:spPr>
          <a:xfrm>
            <a:off x="5969504" y="3118803"/>
            <a:ext cx="119993" cy="119966"/>
          </a:xfrm>
          <a:custGeom>
            <a:rect b="b" l="l" r="r" t="t"/>
            <a:pathLst>
              <a:path extrusionOk="0" h="4578" w="4579">
                <a:moveTo>
                  <a:pt x="1" y="0"/>
                </a:moveTo>
                <a:lnTo>
                  <a:pt x="1" y="4578"/>
                </a:lnTo>
                <a:lnTo>
                  <a:pt x="4578" y="4578"/>
                </a:lnTo>
                <a:lnTo>
                  <a:pt x="457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3"/>
          <p:cNvSpPr/>
          <p:nvPr/>
        </p:nvSpPr>
        <p:spPr>
          <a:xfrm>
            <a:off x="2924242" y="4302208"/>
            <a:ext cx="119993" cy="119993"/>
          </a:xfrm>
          <a:custGeom>
            <a:rect b="b" l="l" r="r" t="t"/>
            <a:pathLst>
              <a:path extrusionOk="0" h="4579" w="4579">
                <a:moveTo>
                  <a:pt x="0" y="1"/>
                </a:moveTo>
                <a:lnTo>
                  <a:pt x="0" y="4578"/>
                </a:lnTo>
                <a:lnTo>
                  <a:pt x="4578" y="4578"/>
                </a:lnTo>
                <a:lnTo>
                  <a:pt x="457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8" name="Google Shape;438;p23"/>
          <p:cNvGrpSpPr/>
          <p:nvPr/>
        </p:nvGrpSpPr>
        <p:grpSpPr>
          <a:xfrm>
            <a:off x="6279076" y="3762931"/>
            <a:ext cx="121434" cy="1073147"/>
            <a:chOff x="6232314" y="3696331"/>
            <a:chExt cx="121434" cy="1073147"/>
          </a:xfrm>
        </p:grpSpPr>
        <p:sp>
          <p:nvSpPr>
            <p:cNvPr id="439" name="Google Shape;439;p23"/>
            <p:cNvSpPr/>
            <p:nvPr/>
          </p:nvSpPr>
          <p:spPr>
            <a:xfrm>
              <a:off x="6232314" y="4648280"/>
              <a:ext cx="121434" cy="121198"/>
            </a:xfrm>
            <a:custGeom>
              <a:rect b="b" l="l" r="r" t="t"/>
              <a:pathLst>
                <a:path extrusionOk="0" h="4625" w="4634">
                  <a:moveTo>
                    <a:pt x="0" y="1"/>
                  </a:moveTo>
                  <a:lnTo>
                    <a:pt x="0" y="4624"/>
                  </a:lnTo>
                  <a:lnTo>
                    <a:pt x="4633" y="4624"/>
                  </a:lnTo>
                  <a:lnTo>
                    <a:pt x="46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3"/>
            <p:cNvSpPr/>
            <p:nvPr/>
          </p:nvSpPr>
          <p:spPr>
            <a:xfrm>
              <a:off x="6288681" y="3696331"/>
              <a:ext cx="8700" cy="872731"/>
            </a:xfrm>
            <a:custGeom>
              <a:rect b="b" l="l" r="r" t="t"/>
              <a:pathLst>
                <a:path extrusionOk="0" h="33304" w="332">
                  <a:moveTo>
                    <a:pt x="166" y="0"/>
                  </a:moveTo>
                  <a:lnTo>
                    <a:pt x="0" y="33304"/>
                  </a:lnTo>
                  <a:lnTo>
                    <a:pt x="331" y="33304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1" name="Google Shape;441;p23"/>
          <p:cNvGrpSpPr/>
          <p:nvPr/>
        </p:nvGrpSpPr>
        <p:grpSpPr>
          <a:xfrm>
            <a:off x="6780548" y="337714"/>
            <a:ext cx="133252" cy="1952377"/>
            <a:chOff x="6780548" y="337714"/>
            <a:chExt cx="133252" cy="1952377"/>
          </a:xfrm>
        </p:grpSpPr>
        <p:sp>
          <p:nvSpPr>
            <p:cNvPr id="442" name="Google Shape;442;p23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3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4" name="Google Shape;444;p23"/>
          <p:cNvGrpSpPr/>
          <p:nvPr/>
        </p:nvGrpSpPr>
        <p:grpSpPr>
          <a:xfrm>
            <a:off x="1608717" y="1280046"/>
            <a:ext cx="199237" cy="2828935"/>
            <a:chOff x="1608717" y="1280046"/>
            <a:chExt cx="199237" cy="2828935"/>
          </a:xfrm>
        </p:grpSpPr>
        <p:sp>
          <p:nvSpPr>
            <p:cNvPr id="445" name="Google Shape;445;p23"/>
            <p:cNvSpPr/>
            <p:nvPr/>
          </p:nvSpPr>
          <p:spPr>
            <a:xfrm>
              <a:off x="1608717" y="3909744"/>
              <a:ext cx="199237" cy="199237"/>
            </a:xfrm>
            <a:custGeom>
              <a:rect b="b" l="l" r="r" t="t"/>
              <a:pathLst>
                <a:path extrusionOk="0" h="7603" w="7603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3"/>
            <p:cNvSpPr/>
            <p:nvPr/>
          </p:nvSpPr>
          <p:spPr>
            <a:xfrm>
              <a:off x="1656175" y="3269477"/>
              <a:ext cx="104086" cy="104086"/>
            </a:xfrm>
            <a:custGeom>
              <a:rect b="b" l="l" r="r" t="t"/>
              <a:pathLst>
                <a:path extrusionOk="0" h="3972" w="3972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3"/>
            <p:cNvSpPr/>
            <p:nvPr/>
          </p:nvSpPr>
          <p:spPr>
            <a:xfrm>
              <a:off x="1704104" y="1280046"/>
              <a:ext cx="8464" cy="1794099"/>
            </a:xfrm>
            <a:custGeom>
              <a:rect b="b" l="l" r="r" t="t"/>
              <a:pathLst>
                <a:path extrusionOk="0" h="68464" w="323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8" name="Google Shape;448;p23"/>
          <p:cNvSpPr/>
          <p:nvPr/>
        </p:nvSpPr>
        <p:spPr>
          <a:xfrm>
            <a:off x="7446601" y="3454956"/>
            <a:ext cx="8464" cy="1689096"/>
          </a:xfrm>
          <a:custGeom>
            <a:rect b="b" l="l" r="r" t="t"/>
            <a:pathLst>
              <a:path extrusionOk="0" h="64457" w="323">
                <a:moveTo>
                  <a:pt x="157" y="1"/>
                </a:moveTo>
                <a:lnTo>
                  <a:pt x="0" y="64456"/>
                </a:lnTo>
                <a:lnTo>
                  <a:pt x="322" y="64456"/>
                </a:lnTo>
                <a:lnTo>
                  <a:pt x="15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9" name="Google Shape;449;p23"/>
          <p:cNvGrpSpPr/>
          <p:nvPr/>
        </p:nvGrpSpPr>
        <p:grpSpPr>
          <a:xfrm>
            <a:off x="8008096" y="2108910"/>
            <a:ext cx="199001" cy="2139769"/>
            <a:chOff x="8008096" y="2108910"/>
            <a:chExt cx="199001" cy="2139769"/>
          </a:xfrm>
        </p:grpSpPr>
        <p:sp>
          <p:nvSpPr>
            <p:cNvPr id="450" name="Google Shape;450;p23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3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2" name="Google Shape;452;p23"/>
          <p:cNvGrpSpPr/>
          <p:nvPr/>
        </p:nvGrpSpPr>
        <p:grpSpPr>
          <a:xfrm>
            <a:off x="4472500" y="3928605"/>
            <a:ext cx="199001" cy="867198"/>
            <a:chOff x="4475150" y="4052605"/>
            <a:chExt cx="199001" cy="867198"/>
          </a:xfrm>
        </p:grpSpPr>
        <p:sp>
          <p:nvSpPr>
            <p:cNvPr id="453" name="Google Shape;453;p23"/>
            <p:cNvSpPr/>
            <p:nvPr/>
          </p:nvSpPr>
          <p:spPr>
            <a:xfrm>
              <a:off x="4475150" y="4052605"/>
              <a:ext cx="199001" cy="220121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3"/>
            <p:cNvSpPr/>
            <p:nvPr/>
          </p:nvSpPr>
          <p:spPr>
            <a:xfrm>
              <a:off x="4522600" y="4494201"/>
              <a:ext cx="104095" cy="115148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3"/>
            <p:cNvSpPr/>
            <p:nvPr/>
          </p:nvSpPr>
          <p:spPr>
            <a:xfrm>
              <a:off x="4534403" y="4830814"/>
              <a:ext cx="80477" cy="88990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6" name="Google Shape;456;p23"/>
          <p:cNvSpPr txBox="1"/>
          <p:nvPr>
            <p:ph idx="1" type="subTitle"/>
          </p:nvPr>
        </p:nvSpPr>
        <p:spPr>
          <a:xfrm>
            <a:off x="453125" y="4573625"/>
            <a:ext cx="2661600" cy="4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Dante Tosoratti (65823)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4"/>
          <p:cNvSpPr txBox="1"/>
          <p:nvPr>
            <p:ph idx="1" type="body"/>
          </p:nvPr>
        </p:nvSpPr>
        <p:spPr>
          <a:xfrm>
            <a:off x="597375" y="1063525"/>
            <a:ext cx="5309100" cy="37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Objetivo</a:t>
            </a:r>
            <a:endParaRPr b="1" sz="1800"/>
          </a:p>
          <a:p>
            <a:pPr indent="-292100" lvl="0" marL="45720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Clasificar publicaciones de </a:t>
            </a:r>
            <a:r>
              <a:rPr lang="en"/>
              <a:t>Mercado Libre</a:t>
            </a:r>
            <a:r>
              <a:rPr lang="en"/>
              <a:t> como Nuevas vs Usadas</a:t>
            </a:r>
            <a:endParaRPr/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Métrica utilizada: Accuracy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800"/>
              <a:t>Tipos de datos presentes</a:t>
            </a:r>
            <a:endParaRPr/>
          </a:p>
          <a:p>
            <a:pPr indent="-292100" lvl="0" marL="45720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Texto: título, atributos descriptivos</a:t>
            </a:r>
            <a:endParaRPr/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Categóricas: tipo de publicación, categoría, envío, ubicación</a:t>
            </a:r>
            <a:endParaRPr/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Numéricas: precio, unidades disponibles, ventas</a:t>
            </a:r>
            <a:endParaRPr/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Estructuras anidadas: shipping, seller_address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4"/>
          <p:cNvSpPr txBox="1"/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 del TP3 y dataset:</a:t>
            </a:r>
            <a:endParaRPr/>
          </a:p>
        </p:txBody>
      </p:sp>
      <p:pic>
        <p:nvPicPr>
          <p:cNvPr id="463" name="Google Shape;46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6475" y="1984325"/>
            <a:ext cx="3013275" cy="18455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5"/>
          <p:cNvSpPr txBox="1"/>
          <p:nvPr>
            <p:ph idx="1" type="body"/>
          </p:nvPr>
        </p:nvSpPr>
        <p:spPr>
          <a:xfrm>
            <a:off x="597375" y="1063525"/>
            <a:ext cx="5284500" cy="37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 sz="1300"/>
              <a:t>Baseline</a:t>
            </a:r>
            <a:br>
              <a:rPr lang="en" sz="1300"/>
            </a:br>
            <a:r>
              <a:rPr lang="en" sz="1300"/>
              <a:t>TF-IDF + Logistic Regression</a:t>
            </a:r>
            <a:endParaRPr sz="1300"/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 sz="1300"/>
              <a:t>EDA + Limpieza</a:t>
            </a:r>
            <a:br>
              <a:rPr lang="en" sz="1300"/>
            </a:br>
            <a:r>
              <a:rPr lang="en" sz="1300"/>
              <a:t>Manejo de nulos</a:t>
            </a:r>
            <a:br>
              <a:rPr lang="en" sz="1300"/>
            </a:br>
            <a:r>
              <a:rPr lang="en" sz="1300"/>
              <a:t>Expansión de columnas estructuradas (shipping, seller_adress)</a:t>
            </a:r>
            <a:br>
              <a:rPr lang="en" sz="1300"/>
            </a:br>
            <a:r>
              <a:rPr lang="en" sz="1300"/>
              <a:t>Reducción de cardinalidad</a:t>
            </a:r>
            <a:br>
              <a:rPr lang="en" sz="1300"/>
            </a:br>
            <a:r>
              <a:rPr lang="en" sz="1300"/>
              <a:t>Preprocesamiento consistente en train/test (evitar leakage)</a:t>
            </a:r>
            <a:endParaRPr sz="1300"/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 sz="1300"/>
              <a:t>Dos enfoques en paralelo</a:t>
            </a:r>
            <a:br>
              <a:rPr lang="en" sz="1300"/>
            </a:br>
            <a:r>
              <a:rPr lang="en" sz="1300"/>
              <a:t> TF-IDF + Linear SVM</a:t>
            </a:r>
            <a:br>
              <a:rPr lang="en" sz="1300"/>
            </a:br>
            <a:r>
              <a:rPr lang="en" sz="1300"/>
              <a:t>LightGBM / CatBoost</a:t>
            </a:r>
            <a:endParaRPr sz="1300"/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 sz="1300"/>
              <a:t>Modelo Final</a:t>
            </a:r>
            <a:br>
              <a:rPr lang="en" sz="1300"/>
            </a:br>
            <a:r>
              <a:rPr lang="en" sz="1300"/>
              <a:t> CatBoost → 0.91090 (mejor score)</a:t>
            </a:r>
            <a:endParaRPr sz="1300"/>
          </a:p>
          <a:p>
            <a:pPr indent="0" lvl="0" marL="457200" marR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5"/>
          <p:cNvSpPr txBox="1"/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Estrategia general</a:t>
            </a:r>
            <a:endParaRPr/>
          </a:p>
        </p:txBody>
      </p:sp>
      <p:pic>
        <p:nvPicPr>
          <p:cNvPr id="470" name="Google Shape;47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0800" y="1585975"/>
            <a:ext cx="2957325" cy="197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6"/>
          <p:cNvSpPr txBox="1"/>
          <p:nvPr>
            <p:ph idx="1" type="body"/>
          </p:nvPr>
        </p:nvSpPr>
        <p:spPr>
          <a:xfrm>
            <a:off x="245675" y="1063525"/>
            <a:ext cx="5284500" cy="37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Baseline:</a:t>
            </a:r>
            <a:r>
              <a:rPr lang="en" sz="1300"/>
              <a:t> TF-IDF + Regresión Logística</a:t>
            </a:r>
            <a:endParaRPr sz="1300"/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300"/>
              <a:t>Objetivo</a:t>
            </a:r>
            <a:endParaRPr sz="1300"/>
          </a:p>
          <a:p>
            <a:pPr indent="-311150" lvl="0" marL="45720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Obtener una referencia rápida y estable</a:t>
            </a:r>
            <a:endParaRPr sz="1300"/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Medir cuánta señal aporta el título sin feature engineering</a:t>
            </a:r>
            <a:endParaRPr sz="1300"/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300"/>
              <a:t>Por qué este modelo</a:t>
            </a:r>
            <a:endParaRPr sz="1300"/>
          </a:p>
          <a:p>
            <a:pPr indent="-311150" lvl="0" marL="45720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Método estándar para texto corto (títulos)</a:t>
            </a:r>
            <a:endParaRPr sz="1300"/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Rápido de entrenar y tunear</a:t>
            </a:r>
            <a:endParaRPr sz="1300"/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Interpretación simple, robusto, buen punto de partida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457200" marR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6"/>
          <p:cNvSpPr txBox="1"/>
          <p:nvPr>
            <p:ph type="ctrTitle"/>
          </p:nvPr>
        </p:nvSpPr>
        <p:spPr>
          <a:xfrm>
            <a:off x="245675" y="3800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 Baseline</a:t>
            </a:r>
            <a:endParaRPr/>
          </a:p>
        </p:txBody>
      </p:sp>
      <p:pic>
        <p:nvPicPr>
          <p:cNvPr id="477" name="Google Shape;477;p26" title="Comparación de Performance_ Baseline vs Modelo Final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1575" y="1380725"/>
            <a:ext cx="3757901" cy="232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7"/>
          <p:cNvSpPr txBox="1"/>
          <p:nvPr>
            <p:ph idx="1" type="body"/>
          </p:nvPr>
        </p:nvSpPr>
        <p:spPr>
          <a:xfrm>
            <a:off x="266725" y="793525"/>
            <a:ext cx="3741300" cy="40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Objetivos:</a:t>
            </a:r>
            <a:br>
              <a:rPr b="1" lang="en" sz="1100"/>
            </a:br>
            <a:r>
              <a:rPr lang="en" sz="1100"/>
              <a:t>Entender estructura del dataset</a:t>
            </a:r>
            <a:br>
              <a:rPr lang="en" sz="1100"/>
            </a:br>
            <a:r>
              <a:rPr lang="en" sz="1100"/>
              <a:t>Detectar ruido / columnas sin valor</a:t>
            </a:r>
            <a:br>
              <a:rPr lang="en" sz="1100"/>
            </a:br>
            <a:r>
              <a:rPr lang="en" sz="1100"/>
              <a:t>Identificar patrones predictivos</a:t>
            </a:r>
            <a:br>
              <a:rPr lang="en" sz="1100"/>
            </a:br>
            <a:r>
              <a:rPr lang="en" sz="1100"/>
              <a:t>Preparar features para modelos lineales y de árboles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100"/>
              <a:t>Hallazgos clave</a:t>
            </a:r>
            <a:br>
              <a:rPr lang="en" sz="1100"/>
            </a:br>
            <a:r>
              <a:rPr lang="en" sz="1100"/>
              <a:t>Muchas columnas irrelevantes o casi vacías → drop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1600"/>
              </a:spcAft>
              <a:buNone/>
            </a:pPr>
            <a:r>
              <a:rPr b="1" lang="en" sz="1100"/>
              <a:t>Variables categóricas</a:t>
            </a:r>
            <a:br>
              <a:rPr lang="en" sz="1100"/>
            </a:br>
            <a:r>
              <a:rPr lang="en" sz="1100"/>
              <a:t>buying_mode, site_id casi constantes → eliminar</a:t>
            </a:r>
            <a:br>
              <a:rPr lang="en" sz="1100"/>
            </a:br>
            <a:r>
              <a:rPr lang="en" sz="1100"/>
              <a:t>listing_type_id correlacionado con condición → agrupar niveles</a:t>
            </a:r>
            <a:br>
              <a:rPr lang="en" sz="1100"/>
            </a:br>
            <a:r>
              <a:rPr lang="en" sz="1100"/>
              <a:t>category_id muy alta cardinalidad → frequency encoding</a:t>
            </a:r>
            <a:endParaRPr sz="1100"/>
          </a:p>
        </p:txBody>
      </p:sp>
      <p:sp>
        <p:nvSpPr>
          <p:cNvPr id="483" name="Google Shape;483;p27"/>
          <p:cNvSpPr txBox="1"/>
          <p:nvPr>
            <p:ph type="ctrTitle"/>
          </p:nvPr>
        </p:nvSpPr>
        <p:spPr>
          <a:xfrm>
            <a:off x="523900" y="130000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Análisis</a:t>
            </a:r>
            <a:r>
              <a:rPr lang="en"/>
              <a:t> exploratorio de datos </a:t>
            </a:r>
            <a:endParaRPr/>
          </a:p>
        </p:txBody>
      </p:sp>
      <p:sp>
        <p:nvSpPr>
          <p:cNvPr id="484" name="Google Shape;484;p27"/>
          <p:cNvSpPr txBox="1"/>
          <p:nvPr/>
        </p:nvSpPr>
        <p:spPr>
          <a:xfrm>
            <a:off x="3848825" y="707800"/>
            <a:ext cx="4433100" cy="30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Estructuras anidadas</a:t>
            </a:r>
            <a:br>
              <a:rPr lang="en" sz="13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</a:br>
            <a:r>
              <a:rPr lang="en" sz="13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[] y {} → tratar como None para consistencia</a:t>
            </a:r>
            <a:endParaRPr sz="13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Decisiones</a:t>
            </a:r>
            <a:br>
              <a:rPr b="1" lang="en" sz="13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</a:br>
            <a:r>
              <a:rPr lang="en" sz="13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Eliminar columnas con &gt;70–80% nulos</a:t>
            </a:r>
            <a:br>
              <a:rPr lang="en" sz="13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</a:br>
            <a:r>
              <a:rPr lang="en" sz="13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Transformaciones idénticas en train y test → evitar leakage</a:t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485" name="Google Shape;48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4825" y="3448175"/>
            <a:ext cx="1369925" cy="15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8"/>
          <p:cNvSpPr txBox="1"/>
          <p:nvPr>
            <p:ph idx="1" type="body"/>
          </p:nvPr>
        </p:nvSpPr>
        <p:spPr>
          <a:xfrm>
            <a:off x="692125" y="1063525"/>
            <a:ext cx="5284500" cy="37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Objetivo: </a:t>
            </a:r>
            <a:r>
              <a:rPr lang="en" sz="1300"/>
              <a:t>Preparar variables útiles para cada tipo de modelo, </a:t>
            </a:r>
            <a:r>
              <a:rPr lang="en" sz="1300"/>
              <a:t>manteniendo transformaciones idénticas en train y test.</a:t>
            </a:r>
            <a:endParaRPr b="1" sz="1300"/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300"/>
              <a:t>Transformaciones aplicadas:</a:t>
            </a:r>
            <a:br>
              <a:rPr b="1" lang="en" sz="1300"/>
            </a:br>
            <a:r>
              <a:rPr lang="en" sz="1300"/>
              <a:t>Estructuras anidadas → columnas</a:t>
            </a:r>
            <a:br>
              <a:rPr lang="en" sz="1300"/>
            </a:br>
            <a:r>
              <a:rPr lang="en" sz="1300"/>
              <a:t>shipping → free_shipping, local_pick_up, mode, has_methods</a:t>
            </a:r>
            <a:br>
              <a:rPr lang="en" sz="1300"/>
            </a:br>
            <a:r>
              <a:rPr lang="en" sz="1300"/>
              <a:t>seller_address → country, state, city</a:t>
            </a:r>
            <a:endParaRPr sz="1300"/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300"/>
              <a:t>Categóricas</a:t>
            </a:r>
            <a:br>
              <a:rPr lang="en" sz="1300"/>
            </a:br>
            <a:r>
              <a:rPr lang="en" sz="1300"/>
              <a:t>Agrupar listing_type_id en niveles (low / medium / premium)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457200" marR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8"/>
          <p:cNvSpPr txBox="1"/>
          <p:nvPr>
            <p:ph type="ctrTitle"/>
          </p:nvPr>
        </p:nvSpPr>
        <p:spPr>
          <a:xfrm>
            <a:off x="618825" y="411675"/>
            <a:ext cx="7743000" cy="54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 y Preparacion de Datos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9"/>
          <p:cNvSpPr txBox="1"/>
          <p:nvPr>
            <p:ph idx="1" type="body"/>
          </p:nvPr>
        </p:nvSpPr>
        <p:spPr>
          <a:xfrm>
            <a:off x="361475" y="1051275"/>
            <a:ext cx="4431000" cy="37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Numéricas</a:t>
            </a:r>
            <a:b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600"/>
              <a:t>Log-transform para precios / ventas (reducir sesgo)</a:t>
            </a:r>
            <a:br>
              <a:rPr lang="en" sz="1600"/>
            </a:br>
            <a:r>
              <a:rPr lang="en" sz="1600"/>
              <a:t>Feature binaria: has_sales (ventas &gt; 0)</a:t>
            </a:r>
            <a:endParaRPr sz="1600"/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/>
              <a:t>Texto</a:t>
            </a:r>
            <a:br>
              <a:rPr lang="en" sz="1600"/>
            </a:br>
            <a:r>
              <a:rPr lang="en" sz="1600"/>
              <a:t>title + atributos → campo enriquecido para TF-IDF</a:t>
            </a:r>
            <a:br>
              <a:rPr lang="en" sz="1600"/>
            </a:br>
            <a:r>
              <a:rPr lang="en" sz="1600"/>
              <a:t>Nulos de texto → ""</a:t>
            </a:r>
            <a:endParaRPr i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457200" marR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9"/>
          <p:cNvSpPr txBox="1"/>
          <p:nvPr>
            <p:ph type="ctrTitle"/>
          </p:nvPr>
        </p:nvSpPr>
        <p:spPr>
          <a:xfrm>
            <a:off x="618825" y="411675"/>
            <a:ext cx="7743000" cy="54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 y Preparacion de Datos</a:t>
            </a:r>
            <a:endParaRPr/>
          </a:p>
        </p:txBody>
      </p:sp>
      <p:graphicFrame>
        <p:nvGraphicFramePr>
          <p:cNvPr id="498" name="Google Shape;498;p29"/>
          <p:cNvGraphicFramePr/>
          <p:nvPr/>
        </p:nvGraphicFramePr>
        <p:xfrm>
          <a:off x="4792475" y="206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{2938F15C-B398-4795-BFBF-0185C40DED0E}</a:tableStyleId>
              </a:tblPr>
              <a:tblGrid>
                <a:gridCol w="2115900"/>
                <a:gridCol w="21159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Uso</a:t>
                      </a:r>
                      <a:endParaRPr sz="1300">
                        <a:solidFill>
                          <a:schemeClr val="lt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Archivo</a:t>
                      </a:r>
                      <a:endParaRPr sz="1300">
                        <a:solidFill>
                          <a:schemeClr val="lt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TF-IDF / Modelos lineales</a:t>
                      </a:r>
                      <a:endParaRPr sz="1300">
                        <a:solidFill>
                          <a:schemeClr val="lt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Train y test tratados</a:t>
                      </a:r>
                      <a:endParaRPr sz="1300">
                        <a:solidFill>
                          <a:schemeClr val="lt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Arboles / Boosting</a:t>
                      </a:r>
                      <a:endParaRPr sz="1300">
                        <a:solidFill>
                          <a:schemeClr val="lt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Train y test tratados</a:t>
                      </a:r>
                      <a:endParaRPr sz="1300">
                        <a:solidFill>
                          <a:schemeClr val="lt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0"/>
          <p:cNvSpPr txBox="1"/>
          <p:nvPr>
            <p:ph idx="1" type="body"/>
          </p:nvPr>
        </p:nvSpPr>
        <p:spPr>
          <a:xfrm>
            <a:off x="251250" y="1063525"/>
            <a:ext cx="3561000" cy="37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Por qué los modelos de boosting fueron los mejores</a:t>
            </a:r>
            <a:endParaRPr b="1"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Aprovechan toda la metadata estructurada del dataset (envío, ubicación, categoría, etc.)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Capturan interacciones no lineales entre variables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Requieren menos feature engineering manual que NLP puro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Manejan bien variables categóricas y valores faltantes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Mejor escalabilidad que Random Forest</a:t>
            </a:r>
            <a:endParaRPr b="1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XG Boost intentado → limitado por memoria en Colab</a:t>
            </a:r>
            <a:endParaRPr b="1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CatBoost obtuvo el mejor score final (0.9109)</a:t>
            </a:r>
            <a:endParaRPr b="1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457200" marR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0"/>
          <p:cNvSpPr txBox="1"/>
          <p:nvPr>
            <p:ph type="ctrTitle"/>
          </p:nvPr>
        </p:nvSpPr>
        <p:spPr>
          <a:xfrm>
            <a:off x="251250" y="399425"/>
            <a:ext cx="7743000" cy="54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Comparación de performance</a:t>
            </a:r>
            <a:endParaRPr/>
          </a:p>
        </p:txBody>
      </p:sp>
      <p:pic>
        <p:nvPicPr>
          <p:cNvPr id="505" name="Google Shape;505;p30" title="Accuracy frente a Modelo.png"/>
          <p:cNvPicPr preferRelativeResize="0"/>
          <p:nvPr/>
        </p:nvPicPr>
        <p:blipFill rotWithShape="1">
          <a:blip r:embed="rId3">
            <a:alphaModFix/>
          </a:blip>
          <a:srcRect b="11678" l="0" r="0" t="12090"/>
          <a:stretch/>
        </p:blipFill>
        <p:spPr>
          <a:xfrm>
            <a:off x="4043600" y="1329575"/>
            <a:ext cx="4985550" cy="234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1"/>
          <p:cNvSpPr txBox="1"/>
          <p:nvPr>
            <p:ph idx="1" type="body"/>
          </p:nvPr>
        </p:nvSpPr>
        <p:spPr>
          <a:xfrm>
            <a:off x="251250" y="1063525"/>
            <a:ext cx="4369200" cy="37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Por qué CatBoost: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Diseñado para datos tabulares con muchas variables categóricas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Manejo nativo de categóricas (sin one-hot)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Entrenamiento estable y eficiente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Score final Kaggle: 0.91090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457200" marR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1"/>
          <p:cNvSpPr txBox="1"/>
          <p:nvPr>
            <p:ph type="ctrTitle"/>
          </p:nvPr>
        </p:nvSpPr>
        <p:spPr>
          <a:xfrm>
            <a:off x="123900" y="518125"/>
            <a:ext cx="7743000" cy="54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 final: CatBoost</a:t>
            </a:r>
            <a:endParaRPr/>
          </a:p>
        </p:txBody>
      </p:sp>
      <p:pic>
        <p:nvPicPr>
          <p:cNvPr id="512" name="Google Shape;51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0300" y="1497788"/>
            <a:ext cx="3561000" cy="2466322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31"/>
          <p:cNvSpPr txBox="1"/>
          <p:nvPr/>
        </p:nvSpPr>
        <p:spPr>
          <a:xfrm>
            <a:off x="5661375" y="1047800"/>
            <a:ext cx="20697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300">
                <a:solidFill>
                  <a:srgbClr val="FFFFFF"/>
                </a:solidFill>
              </a:rPr>
              <a:t>Hiperparametros</a:t>
            </a:r>
            <a:r>
              <a:rPr lang="en" sz="18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:</a:t>
            </a:r>
            <a:endParaRPr sz="18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2"/>
          <p:cNvSpPr txBox="1"/>
          <p:nvPr>
            <p:ph type="ctrTitle"/>
          </p:nvPr>
        </p:nvSpPr>
        <p:spPr>
          <a:xfrm>
            <a:off x="364025" y="345625"/>
            <a:ext cx="4931700" cy="99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Gráfico SHAP – Importancia de Features</a:t>
            </a:r>
            <a:endParaRPr/>
          </a:p>
        </p:txBody>
      </p:sp>
      <p:pic>
        <p:nvPicPr>
          <p:cNvPr id="519" name="Google Shape;51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3450" y="763700"/>
            <a:ext cx="3492674" cy="4098769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32"/>
          <p:cNvSpPr txBox="1"/>
          <p:nvPr/>
        </p:nvSpPr>
        <p:spPr>
          <a:xfrm>
            <a:off x="364025" y="1341625"/>
            <a:ext cx="3399300" cy="29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aven Pro"/>
              <a:buChar char="●"/>
            </a:pPr>
            <a:r>
              <a:rPr lang="en" sz="13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Mide impacto de cada variable en la predicción</a:t>
            </a:r>
            <a:endParaRPr sz="13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aven Pro"/>
              <a:buChar char="●"/>
            </a:pPr>
            <a:r>
              <a:rPr lang="en" sz="13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Valores SHAP &gt; 0 → mayor probabilidad de “nuevo”</a:t>
            </a:r>
            <a:endParaRPr sz="13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aven Pro"/>
              <a:buChar char="●"/>
            </a:pPr>
            <a:r>
              <a:rPr lang="en" sz="13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Valores SHAP &lt; 0 → mayor probabilidad de “usado”</a:t>
            </a:r>
            <a:endParaRPr sz="13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3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Colores:</a:t>
            </a:r>
            <a:br>
              <a:rPr lang="en" sz="13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</a:br>
            <a:r>
              <a:rPr lang="en" sz="13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Alto valor de la variable (Rojo)</a:t>
            </a:r>
            <a:br>
              <a:rPr lang="en" sz="13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</a:br>
            <a:r>
              <a:rPr lang="en" sz="13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Valor bajo (Azul)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ta Science Consulting by Slidesgo">
  <a:themeElements>
    <a:clrScheme name="Simple Light">
      <a:dk1>
        <a:srgbClr val="1A5E8F"/>
      </a:dk1>
      <a:lt1>
        <a:srgbClr val="FFFFFF"/>
      </a:lt1>
      <a:dk2>
        <a:srgbClr val="002845"/>
      </a:dk2>
      <a:lt2>
        <a:srgbClr val="FFD6E1"/>
      </a:lt2>
      <a:accent1>
        <a:srgbClr val="E898AC"/>
      </a:accent1>
      <a:accent2>
        <a:srgbClr val="00CFCC"/>
      </a:accent2>
      <a:accent3>
        <a:srgbClr val="FF9973"/>
      </a:accent3>
      <a:accent4>
        <a:srgbClr val="F64975"/>
      </a:accent4>
      <a:accent5>
        <a:srgbClr val="5EFFFD"/>
      </a:accent5>
      <a:accent6>
        <a:srgbClr val="FC723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